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5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5" r:id="rId4"/>
  </p:sldMasterIdLst>
  <p:notesMasterIdLst>
    <p:notesMasterId r:id="rId27"/>
  </p:notesMasterIdLst>
  <p:handoutMasterIdLst>
    <p:handoutMasterId r:id="rId28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12"/>
    <p:sldId id="271" r:id="rId11"/>
    <p:sldId id="272" r:id="rId10"/>
  </p:sldIdLst>
  <p:sldSz cx="24377650" cy="13716000"/>
  <p:notesSz cx="6735763" cy="9866313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40" userDrawn="1">
          <p15:clr>
            <a:srgbClr val="A4A3A4"/>
          </p15:clr>
        </p15:guide>
        <p15:guide id="2" orient="horz" pos="499" userDrawn="1">
          <p15:clr>
            <a:srgbClr val="A4A3A4"/>
          </p15:clr>
        </p15:guide>
        <p15:guide id="3" pos="14271" userDrawn="1">
          <p15:clr>
            <a:srgbClr val="A4A3A4"/>
          </p15:clr>
        </p15:guide>
        <p15:guide id="4" pos="7677" userDrawn="1">
          <p15:clr>
            <a:srgbClr val="A4A3A4"/>
          </p15:clr>
        </p15:guide>
        <p15:guide id="5" pos="10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ENET Alexandra" initials="VA" lastIdx="4" clrIdx="0">
    <p:extLst>
      <p:ext uri="{19B8F6BF-5375-455C-9EA6-DF929625EA0E}">
        <p15:presenceInfo xmlns:p15="http://schemas.microsoft.com/office/powerpoint/2012/main" userId="S::VENET@uic.org::55e9e7c6-3fcf-4755-94d7-84506488de6b" providerId="AD"/>
      </p:ext>
    </p:extLst>
  </p:cmAuthor>
  <p:cmAuthor id="2" name="ANDERTON Lucie" initials="AL" lastIdx="6" clrIdx="1">
    <p:extLst>
      <p:ext uri="{19B8F6BF-5375-455C-9EA6-DF929625EA0E}">
        <p15:presenceInfo xmlns:p15="http://schemas.microsoft.com/office/powerpoint/2012/main" userId="S::ANDERTON@uic.org::52e14add-4e55-4d60-8ba0-72820707aca1" providerId="AD"/>
      </p:ext>
    </p:extLst>
  </p:cmAuthor>
  <p:cmAuthor id="3" name="DE KEYZER Isabelle" initials="DI" lastIdx="12" clrIdx="2">
    <p:extLst>
      <p:ext uri="{19B8F6BF-5375-455C-9EA6-DF929625EA0E}">
        <p15:presenceInfo xmlns:p15="http://schemas.microsoft.com/office/powerpoint/2012/main" userId="S::dekeyzer@uic.org::75194e2e-4cc1-4c00-a9a7-c7c985aed7dd" providerId="AD"/>
      </p:ext>
    </p:extLst>
  </p:cmAuthor>
  <p:cmAuthor id="4" name="GUTIERREZ FERRANDIZ Mercedes" initials="GM" lastIdx="1" clrIdx="3">
    <p:extLst>
      <p:ext uri="{19B8F6BF-5375-455C-9EA6-DF929625EA0E}">
        <p15:presenceInfo xmlns:p15="http://schemas.microsoft.com/office/powerpoint/2012/main" userId="S::gutierrez@uic.org::474a57cf-40ac-46f4-b5b7-2260ca80ed3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7A888C"/>
    <a:srgbClr val="4E5759"/>
    <a:srgbClr val="007A82"/>
    <a:srgbClr val="FCC44D"/>
    <a:srgbClr val="A0B2BA"/>
    <a:srgbClr val="62B576"/>
    <a:srgbClr val="0090D4"/>
    <a:srgbClr val="ED1B23"/>
    <a:srgbClr val="F8F8F8"/>
    <a:srgbClr val="B0A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2C2CA2-54F9-4DD9-BEDA-DD8452BF5E51}" v="15" dt="2024-04-25T09:50:55.4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120" autoAdjust="0"/>
  </p:normalViewPr>
  <p:slideViewPr>
    <p:cSldViewPr snapToGrid="0">
      <p:cViewPr varScale="1">
        <p:scale>
          <a:sx n="50" d="100"/>
          <a:sy n="50" d="100"/>
        </p:scale>
        <p:origin x="876" y="66"/>
      </p:cViewPr>
      <p:guideLst>
        <p:guide orient="horz" pos="8140"/>
        <p:guide orient="horz" pos="499"/>
        <p:guide pos="14271"/>
        <p:guide pos="7677"/>
        <p:guide pos="10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1674" y="774"/>
      </p:cViewPr>
      <p:guideLst>
        <p:guide orient="horz" pos="3108"/>
        <p:guide pos="2122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17.xml"/><Relationship Id="rId11" Type="http://schemas.openxmlformats.org/officeDocument/2006/relationships/slide" Target="slides/slide16.xml"/><Relationship Id="rId12" Type="http://schemas.openxmlformats.org/officeDocument/2006/relationships/slide" Target="slides/slide15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commentAuthors" Target="commentAuthors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3316"/>
          </a:xfrm>
          <a:prstGeom prst="rect">
            <a:avLst/>
          </a:prstGeom>
        </p:spPr>
        <p:txBody>
          <a:bodyPr vert="horz" lIns="91065" tIns="45533" rIns="91065" bIns="4553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5375" y="0"/>
            <a:ext cx="2918830" cy="493316"/>
          </a:xfrm>
          <a:prstGeom prst="rect">
            <a:avLst/>
          </a:prstGeom>
        </p:spPr>
        <p:txBody>
          <a:bodyPr vert="horz" lIns="91065" tIns="45533" rIns="91065" bIns="45533" rtlCol="0"/>
          <a:lstStyle>
            <a:lvl1pPr algn="r">
              <a:defRPr sz="1200"/>
            </a:lvl1pPr>
          </a:lstStyle>
          <a:p>
            <a:fld id="{7094CB2D-72F5-5C4E-93D3-E8E8F059BBA5}" type="datetimeFigureOut">
              <a:rPr lang="en-US" smtClean="0"/>
              <a:pPr/>
              <a:t>4/30/2024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371285"/>
            <a:ext cx="2918830" cy="493316"/>
          </a:xfrm>
          <a:prstGeom prst="rect">
            <a:avLst/>
          </a:prstGeom>
        </p:spPr>
        <p:txBody>
          <a:bodyPr vert="horz" lIns="91065" tIns="45533" rIns="91065" bIns="4553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5" y="9371285"/>
            <a:ext cx="2918830" cy="493316"/>
          </a:xfrm>
          <a:prstGeom prst="rect">
            <a:avLst/>
          </a:prstGeom>
        </p:spPr>
        <p:txBody>
          <a:bodyPr vert="horz" lIns="91065" tIns="45533" rIns="91065" bIns="45533" rtlCol="0" anchor="b"/>
          <a:lstStyle>
            <a:lvl1pPr algn="r">
              <a:defRPr sz="1200"/>
            </a:lvl1pPr>
          </a:lstStyle>
          <a:p>
            <a:fld id="{87849E0F-067E-034A-A3D7-0C57F78FBA91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9999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3316"/>
          </a:xfrm>
          <a:prstGeom prst="rect">
            <a:avLst/>
          </a:prstGeom>
        </p:spPr>
        <p:txBody>
          <a:bodyPr vert="horz" lIns="91065" tIns="45533" rIns="91065" bIns="45533" rtlCol="0"/>
          <a:lstStyle>
            <a:lvl1pPr algn="l">
              <a:defRPr sz="1200">
                <a:latin typeface="Raleway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3316"/>
          </a:xfrm>
          <a:prstGeom prst="rect">
            <a:avLst/>
          </a:prstGeom>
        </p:spPr>
        <p:txBody>
          <a:bodyPr vert="horz" lIns="91065" tIns="45533" rIns="91065" bIns="45533" rtlCol="0"/>
          <a:lstStyle>
            <a:lvl1pPr algn="r">
              <a:defRPr sz="1200">
                <a:latin typeface="Raleway"/>
              </a:defRPr>
            </a:lvl1pPr>
          </a:lstStyle>
          <a:p>
            <a:fld id="{EFC10EE1-B198-C942-8235-326C972CBB30}" type="datetimeFigureOut">
              <a:rPr lang="en-US" smtClean="0"/>
              <a:pPr/>
              <a:t>4/30/2024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0963" y="739775"/>
            <a:ext cx="657383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65" tIns="45533" rIns="91065" bIns="4553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065" tIns="45533" rIns="91065" bIns="4553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371285"/>
            <a:ext cx="2918830" cy="493316"/>
          </a:xfrm>
          <a:prstGeom prst="rect">
            <a:avLst/>
          </a:prstGeom>
        </p:spPr>
        <p:txBody>
          <a:bodyPr vert="horz" lIns="91065" tIns="45533" rIns="91065" bIns="45533" rtlCol="0" anchor="b"/>
          <a:lstStyle>
            <a:lvl1pPr algn="l">
              <a:defRPr sz="1200">
                <a:latin typeface="Raleway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5" y="9371285"/>
            <a:ext cx="2918830" cy="493316"/>
          </a:xfrm>
          <a:prstGeom prst="rect">
            <a:avLst/>
          </a:prstGeom>
        </p:spPr>
        <p:txBody>
          <a:bodyPr vert="horz" lIns="91065" tIns="45533" rIns="91065" bIns="45533" rtlCol="0" anchor="b"/>
          <a:lstStyle>
            <a:lvl1pPr algn="r">
              <a:defRPr sz="1200">
                <a:latin typeface="Raleway"/>
              </a:defRPr>
            </a:lvl1pPr>
          </a:lstStyle>
          <a:p>
            <a:fld id="{006BE02D-20C0-F840-AFAC-BEA99C74FDC2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kern="1200">
        <a:solidFill>
          <a:schemeClr val="tx1"/>
        </a:solidFill>
        <a:latin typeface="Raleway"/>
        <a:ea typeface="+mn-ea"/>
        <a:cs typeface="+mn-cs"/>
      </a:defRPr>
    </a:lvl1pPr>
    <a:lvl2pPr marL="914217" algn="l" defTabSz="914217" rtl="0" eaLnBrk="1" latinLnBrk="0" hangingPunct="1">
      <a:defRPr sz="2400" kern="1200">
        <a:solidFill>
          <a:schemeClr val="tx1"/>
        </a:solidFill>
        <a:latin typeface="Raleway"/>
        <a:ea typeface="+mn-ea"/>
        <a:cs typeface="+mn-cs"/>
      </a:defRPr>
    </a:lvl2pPr>
    <a:lvl3pPr marL="1828434" algn="l" defTabSz="914217" rtl="0" eaLnBrk="1" latinLnBrk="0" hangingPunct="1">
      <a:defRPr sz="2400" kern="1200">
        <a:solidFill>
          <a:schemeClr val="tx1"/>
        </a:solidFill>
        <a:latin typeface="Raleway"/>
        <a:ea typeface="+mn-ea"/>
        <a:cs typeface="+mn-cs"/>
      </a:defRPr>
    </a:lvl3pPr>
    <a:lvl4pPr marL="2742651" algn="l" defTabSz="914217" rtl="0" eaLnBrk="1" latinLnBrk="0" hangingPunct="1">
      <a:defRPr sz="2400" kern="1200">
        <a:solidFill>
          <a:schemeClr val="tx1"/>
        </a:solidFill>
        <a:latin typeface="Raleway"/>
        <a:ea typeface="+mn-ea"/>
        <a:cs typeface="+mn-cs"/>
      </a:defRPr>
    </a:lvl4pPr>
    <a:lvl5pPr marL="3656868" algn="l" defTabSz="914217" rtl="0" eaLnBrk="1" latinLnBrk="0" hangingPunct="1">
      <a:defRPr sz="2400" kern="1200">
        <a:solidFill>
          <a:schemeClr val="tx1"/>
        </a:solidFill>
        <a:latin typeface="Raleway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IC_1st page_institutio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C5F5C1AF-D4C0-4236-ACEF-93822F9AE8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7729138" y="1081785"/>
            <a:ext cx="5162724" cy="2275099"/>
          </a:xfrm>
          <a:prstGeom prst="rect">
            <a:avLst/>
          </a:prstGeom>
        </p:spPr>
      </p:pic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9475DA46-B9A2-42D1-92CF-2F7FD9B754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003" y="12278531"/>
            <a:ext cx="19896146" cy="542378"/>
          </a:xfrm>
        </p:spPr>
        <p:txBody>
          <a:bodyPr>
            <a:noAutofit/>
          </a:bodyPr>
          <a:lstStyle>
            <a:lvl1pPr marL="0" indent="0" algn="r">
              <a:buNone/>
              <a:defRPr sz="2000" i="1">
                <a:solidFill>
                  <a:schemeClr val="bg2">
                    <a:lumMod val="95000"/>
                  </a:schemeClr>
                </a:solidFill>
              </a:defRPr>
            </a:lvl1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467B1E7-742F-43B8-A6A8-6A1D119743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3" y="11657069"/>
            <a:ext cx="19896146" cy="598574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2400" b="1">
                <a:solidFill>
                  <a:schemeClr val="bg2">
                    <a:lumMod val="95000"/>
                  </a:schemeClr>
                </a:solidFill>
              </a:defRPr>
            </a:lvl1pPr>
          </a:lstStyle>
          <a:p>
            <a:pPr lvl="0"/>
            <a:r>
              <a:rPr lang="fr-FR" dirty="0"/>
              <a:t>First </a:t>
            </a:r>
            <a:r>
              <a:rPr lang="fr-FR" dirty="0" err="1"/>
              <a:t>name</a:t>
            </a:r>
            <a:r>
              <a:rPr lang="fr-FR" dirty="0"/>
              <a:t> </a:t>
            </a:r>
            <a:r>
              <a:rPr lang="fr-FR" dirty="0" err="1"/>
              <a:t>Surname</a:t>
            </a:r>
            <a:endParaRPr lang="fr-FR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C1D480B-7545-434D-B327-0F18F71CE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1" y="2244725"/>
            <a:ext cx="17600815" cy="4775200"/>
          </a:xfrm>
        </p:spPr>
        <p:txBody>
          <a:bodyPr anchor="b">
            <a:normAutofit/>
          </a:bodyPr>
          <a:lstStyle>
            <a:lvl1pPr algn="ctr">
              <a:defRPr sz="8797" b="1" cap="none" baseline="0">
                <a:solidFill>
                  <a:schemeClr val="bg2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62DC76FA-45FA-4FCE-B426-1403B0E69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1" y="7204085"/>
            <a:ext cx="17600815" cy="3311525"/>
          </a:xfrm>
        </p:spPr>
        <p:txBody>
          <a:bodyPr>
            <a:normAutofit/>
          </a:bodyPr>
          <a:lstStyle>
            <a:lvl1pPr marL="0" indent="0" algn="ctr">
              <a:buNone/>
              <a:defRPr sz="5398" b="1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70" indent="0" algn="ctr">
              <a:buNone/>
              <a:defRPr sz="1999"/>
            </a:lvl2pPr>
            <a:lvl3pPr marL="914141" indent="0" algn="ctr">
              <a:buNone/>
              <a:defRPr sz="1799"/>
            </a:lvl3pPr>
            <a:lvl4pPr marL="1371211" indent="0" algn="ctr">
              <a:buNone/>
              <a:defRPr sz="1600"/>
            </a:lvl4pPr>
            <a:lvl5pPr marL="1828281" indent="0" algn="ctr">
              <a:buNone/>
              <a:defRPr sz="1600"/>
            </a:lvl5pPr>
            <a:lvl6pPr marL="2285352" indent="0" algn="ctr">
              <a:buNone/>
              <a:defRPr sz="1600"/>
            </a:lvl6pPr>
            <a:lvl7pPr marL="2742423" indent="0" algn="ctr">
              <a:buNone/>
              <a:defRPr sz="1600"/>
            </a:lvl7pPr>
            <a:lvl8pPr marL="3199493" indent="0" algn="ctr">
              <a:buNone/>
              <a:defRPr sz="1600"/>
            </a:lvl8pPr>
            <a:lvl9pPr marL="3656564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7E36999-5730-44DF-B8C6-9DAF62E4EE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48794" y="12840597"/>
            <a:ext cx="19895717" cy="576263"/>
          </a:xfrm>
        </p:spPr>
        <p:txBody>
          <a:bodyPr anchor="b" anchorCtr="0">
            <a:noAutofit/>
          </a:bodyPr>
          <a:lstStyle>
            <a:lvl1pPr marL="0" indent="0" algn="r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fr-FR" dirty="0"/>
              <a:t>Event, Date</a:t>
            </a:r>
          </a:p>
        </p:txBody>
      </p:sp>
    </p:spTree>
    <p:extLst>
      <p:ext uri="{BB962C8B-B14F-4D97-AF65-F5344CB8AC3E}">
        <p14:creationId xmlns:p14="http://schemas.microsoft.com/office/powerpoint/2010/main" val="519722476"/>
      </p:ext>
    </p:extLst>
  </p:cSld>
  <p:clrMapOvr>
    <a:masterClrMapping/>
  </p:clrMapOvr>
  <p:transition advClick="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IC_1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9475DA46-B9A2-42D1-92CF-2F7FD9B754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30106" y="12132101"/>
            <a:ext cx="10214043" cy="576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467B1E7-742F-43B8-A6A8-6A1D119743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30106" y="11540337"/>
            <a:ext cx="10214043" cy="57600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First </a:t>
            </a:r>
            <a:r>
              <a:rPr lang="fr-FR" dirty="0" err="1"/>
              <a:t>name</a:t>
            </a:r>
            <a:r>
              <a:rPr lang="fr-FR" dirty="0"/>
              <a:t> </a:t>
            </a:r>
            <a:r>
              <a:rPr lang="fr-FR" dirty="0" err="1"/>
              <a:t>Surname</a:t>
            </a:r>
            <a:endParaRPr lang="fr-FR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C1D480B-7545-434D-B327-0F18F71CE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0106" y="3638145"/>
            <a:ext cx="10214043" cy="4480710"/>
          </a:xfrm>
        </p:spPr>
        <p:txBody>
          <a:bodyPr anchor="b">
            <a:normAutofit/>
          </a:bodyPr>
          <a:lstStyle>
            <a:lvl1pPr algn="l">
              <a:defRPr sz="8797" b="1" cap="none" baseline="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62DC76FA-45FA-4FCE-B426-1403B0E69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30107" y="8400116"/>
            <a:ext cx="7911988" cy="1998762"/>
          </a:xfrm>
        </p:spPr>
        <p:txBody>
          <a:bodyPr>
            <a:normAutofit/>
          </a:bodyPr>
          <a:lstStyle>
            <a:lvl1pPr marL="0" indent="0" algn="l">
              <a:buNone/>
              <a:defRPr sz="4000" b="1">
                <a:solidFill>
                  <a:srgbClr val="7A888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070" indent="0" algn="ctr">
              <a:buNone/>
              <a:defRPr sz="1999"/>
            </a:lvl2pPr>
            <a:lvl3pPr marL="914141" indent="0" algn="ctr">
              <a:buNone/>
              <a:defRPr sz="1799"/>
            </a:lvl3pPr>
            <a:lvl4pPr marL="1371211" indent="0" algn="ctr">
              <a:buNone/>
              <a:defRPr sz="1600"/>
            </a:lvl4pPr>
            <a:lvl5pPr marL="1828281" indent="0" algn="ctr">
              <a:buNone/>
              <a:defRPr sz="1600"/>
            </a:lvl5pPr>
            <a:lvl6pPr marL="2285352" indent="0" algn="ctr">
              <a:buNone/>
              <a:defRPr sz="1600"/>
            </a:lvl6pPr>
            <a:lvl7pPr marL="2742423" indent="0" algn="ctr">
              <a:buNone/>
              <a:defRPr sz="1600"/>
            </a:lvl7pPr>
            <a:lvl8pPr marL="3199493" indent="0" algn="ctr">
              <a:buNone/>
              <a:defRPr sz="1600"/>
            </a:lvl8pPr>
            <a:lvl9pPr marL="3656564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7E36999-5730-44DF-B8C6-9DAF62E4EE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730106" y="12723865"/>
            <a:ext cx="10213823" cy="576263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Event, Date</a:t>
            </a:r>
          </a:p>
        </p:txBody>
      </p:sp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A328C91D-E795-74D8-5DAF-B136A12C97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825" cy="13716000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7CB11A1C-1665-A17D-FDAE-9D87FB67A1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729138" y="1081785"/>
            <a:ext cx="5162724" cy="227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808848"/>
      </p:ext>
    </p:extLst>
  </p:cSld>
  <p:clrMapOvr>
    <a:masterClrMapping/>
  </p:clrMapOvr>
  <p:transition advClick="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IC_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A435F3-838A-B953-6209-DB1A02798951}"/>
              </a:ext>
            </a:extLst>
          </p:cNvPr>
          <p:cNvSpPr>
            <a:spLocks/>
          </p:cNvSpPr>
          <p:nvPr userDrawn="1"/>
        </p:nvSpPr>
        <p:spPr>
          <a:xfrm>
            <a:off x="8126225" y="0"/>
            <a:ext cx="8125200" cy="13716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D899456-D859-E1EB-6E8C-8F313CF1701B}"/>
              </a:ext>
            </a:extLst>
          </p:cNvPr>
          <p:cNvSpPr txBox="1"/>
          <p:nvPr userDrawn="1"/>
        </p:nvSpPr>
        <p:spPr>
          <a:xfrm>
            <a:off x="8549655" y="5088285"/>
            <a:ext cx="727628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2"/>
                </a:solidFill>
                <a:latin typeface="+mj-lt"/>
              </a:rPr>
              <a:t>200 members </a:t>
            </a:r>
          </a:p>
          <a:p>
            <a:pPr algn="ctr"/>
            <a:r>
              <a:rPr lang="en-US" sz="4800" dirty="0">
                <a:solidFill>
                  <a:schemeClr val="bg2"/>
                </a:solidFill>
              </a:rPr>
              <a:t>on all 5 continents 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108BF756-9C03-A0C0-63A7-37566059FAEC}"/>
              </a:ext>
            </a:extLst>
          </p:cNvPr>
          <p:cNvGrpSpPr/>
          <p:nvPr userDrawn="1"/>
        </p:nvGrpSpPr>
        <p:grpSpPr>
          <a:xfrm>
            <a:off x="0" y="6858000"/>
            <a:ext cx="8125200" cy="6858000"/>
            <a:chOff x="-2054" y="6858000"/>
            <a:chExt cx="81252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9E4C234-559B-F1CB-8F8D-12D08ED91076}"/>
                </a:ext>
              </a:extLst>
            </p:cNvPr>
            <p:cNvSpPr>
              <a:spLocks/>
            </p:cNvSpPr>
            <p:nvPr userDrawn="1"/>
          </p:nvSpPr>
          <p:spPr>
            <a:xfrm>
              <a:off x="-2054" y="6858000"/>
              <a:ext cx="8125200" cy="685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0ACAC095-ABFD-616F-8EE8-72EBE78ED868}"/>
                </a:ext>
              </a:extLst>
            </p:cNvPr>
            <p:cNvSpPr txBox="1"/>
            <p:nvPr userDrawn="1"/>
          </p:nvSpPr>
          <p:spPr>
            <a:xfrm>
              <a:off x="211201" y="8348008"/>
              <a:ext cx="7698691" cy="3600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latin typeface="+mn-lt"/>
                </a:rPr>
                <a:t>Preparing and publishing </a:t>
              </a:r>
              <a:br>
                <a:rPr lang="en-US" sz="4800" dirty="0">
                  <a:latin typeface="+mn-lt"/>
                </a:rPr>
              </a:br>
              <a:r>
                <a:rPr lang="en-US" sz="6000" dirty="0">
                  <a:latin typeface="+mj-lt"/>
                </a:rPr>
                <a:t>Reports, Specifications, Guidelines, IRS </a:t>
              </a:r>
              <a:endParaRPr lang="en-US" sz="1800" dirty="0">
                <a:latin typeface="+mj-lt"/>
              </a:endParaRP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841CD88A-AD74-3907-0D12-700A7A58E0B2}"/>
              </a:ext>
            </a:extLst>
          </p:cNvPr>
          <p:cNvGrpSpPr/>
          <p:nvPr userDrawn="1"/>
        </p:nvGrpSpPr>
        <p:grpSpPr>
          <a:xfrm>
            <a:off x="16252450" y="0"/>
            <a:ext cx="8125200" cy="6858000"/>
            <a:chOff x="16252452" y="0"/>
            <a:chExt cx="8125200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778A7FA-E268-40CC-AD16-92BD34BD233C}"/>
                </a:ext>
              </a:extLst>
            </p:cNvPr>
            <p:cNvSpPr>
              <a:spLocks/>
            </p:cNvSpPr>
            <p:nvPr userDrawn="1"/>
          </p:nvSpPr>
          <p:spPr>
            <a:xfrm>
              <a:off x="16252452" y="0"/>
              <a:ext cx="812520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2964EF0E-404C-0B17-2821-157B7931079D}"/>
                </a:ext>
              </a:extLst>
            </p:cNvPr>
            <p:cNvSpPr txBox="1"/>
            <p:nvPr userDrawn="1"/>
          </p:nvSpPr>
          <p:spPr>
            <a:xfrm>
              <a:off x="16676908" y="1490008"/>
              <a:ext cx="7276289" cy="3600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latin typeface="+mj-lt"/>
                </a:rPr>
                <a:t>Understanding the business needs </a:t>
              </a:r>
              <a:br>
                <a:rPr lang="en-US" sz="5400" dirty="0">
                  <a:latin typeface="+mn-lt"/>
                </a:rPr>
              </a:br>
              <a:r>
                <a:rPr lang="fr-FR" sz="4800" dirty="0">
                  <a:effectLst/>
                </a:rPr>
                <a:t>of the rail community</a:t>
              </a:r>
              <a:endParaRPr lang="en-US" sz="2800" dirty="0">
                <a:latin typeface="+mn-lt"/>
              </a:endParaRPr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F95C6B8D-2C82-715F-E49B-208F5E18E580}"/>
              </a:ext>
            </a:extLst>
          </p:cNvPr>
          <p:cNvGrpSpPr/>
          <p:nvPr userDrawn="1"/>
        </p:nvGrpSpPr>
        <p:grpSpPr>
          <a:xfrm>
            <a:off x="16250399" y="6858000"/>
            <a:ext cx="8125200" cy="6858000"/>
            <a:chOff x="16252452" y="6858000"/>
            <a:chExt cx="8125200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CA5E7B3-2BDC-1982-4956-495235381F48}"/>
                </a:ext>
              </a:extLst>
            </p:cNvPr>
            <p:cNvSpPr>
              <a:spLocks/>
            </p:cNvSpPr>
            <p:nvPr userDrawn="1"/>
          </p:nvSpPr>
          <p:spPr>
            <a:xfrm>
              <a:off x="16252452" y="6858000"/>
              <a:ext cx="8125200" cy="6858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C6733B97-9CA9-D4ED-D7A4-687E024AC46B}"/>
                </a:ext>
              </a:extLst>
            </p:cNvPr>
            <p:cNvSpPr txBox="1"/>
            <p:nvPr userDrawn="1"/>
          </p:nvSpPr>
          <p:spPr>
            <a:xfrm>
              <a:off x="16676908" y="7978676"/>
              <a:ext cx="7276289" cy="4339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latin typeface="+mj-lt"/>
                </a:rPr>
                <a:t>Developing innovation programmes </a:t>
              </a:r>
              <a:br>
                <a:rPr lang="en-US" sz="6600" dirty="0">
                  <a:latin typeface="+mj-lt"/>
                </a:rPr>
              </a:br>
              <a:r>
                <a:rPr lang="en-US" sz="4800" dirty="0">
                  <a:latin typeface="+mn-lt"/>
                </a:rPr>
                <a:t>to identify solutions to those needs</a:t>
              </a:r>
              <a:endParaRPr lang="en-US" sz="1400" dirty="0">
                <a:latin typeface="+mn-lt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7936721-95B7-D8DA-F1DF-F9CF6F040201}"/>
              </a:ext>
            </a:extLst>
          </p:cNvPr>
          <p:cNvGrpSpPr/>
          <p:nvPr userDrawn="1"/>
        </p:nvGrpSpPr>
        <p:grpSpPr>
          <a:xfrm>
            <a:off x="0" y="0"/>
            <a:ext cx="8125200" cy="6858000"/>
            <a:chOff x="0" y="0"/>
            <a:chExt cx="81252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37FFE3-0F46-676E-C153-D022C8D2CEBC}"/>
                </a:ext>
              </a:extLst>
            </p:cNvPr>
            <p:cNvSpPr>
              <a:spLocks/>
            </p:cNvSpPr>
            <p:nvPr userDrawn="1"/>
          </p:nvSpPr>
          <p:spPr>
            <a:xfrm>
              <a:off x="0" y="0"/>
              <a:ext cx="81252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65E54B44-0353-33AB-7BE1-0F0F491F0E43}"/>
                </a:ext>
              </a:extLst>
            </p:cNvPr>
            <p:cNvSpPr txBox="1"/>
            <p:nvPr userDrawn="1"/>
          </p:nvSpPr>
          <p:spPr>
            <a:xfrm>
              <a:off x="424456" y="1120676"/>
              <a:ext cx="7276289" cy="4339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latin typeface="+mj-lt"/>
                </a:rPr>
                <a:t>Fostering close cooperation links </a:t>
              </a:r>
              <a:br>
                <a:rPr lang="en-US" sz="4800" dirty="0">
                  <a:latin typeface="+mn-lt"/>
                </a:rPr>
              </a:br>
              <a:r>
                <a:rPr lang="en-US" sz="4800" dirty="0">
                  <a:latin typeface="+mn-lt"/>
                </a:rPr>
                <a:t>with all actors in the rail transport domain</a:t>
              </a:r>
              <a:endParaRPr lang="en-US" sz="2800" dirty="0">
                <a:latin typeface="+mn-lt"/>
              </a:endParaRPr>
            </a:p>
          </p:txBody>
        </p: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CC1C68E0-FF7E-BFC6-4253-FE558D6C0F84}"/>
              </a:ext>
            </a:extLst>
          </p:cNvPr>
          <p:cNvSpPr txBox="1"/>
          <p:nvPr userDrawn="1"/>
        </p:nvSpPr>
        <p:spPr>
          <a:xfrm>
            <a:off x="8758253" y="523920"/>
            <a:ext cx="685909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2">
                    <a:alpha val="50000"/>
                  </a:schemeClr>
                </a:solidFill>
                <a:latin typeface="+mj-lt"/>
              </a:rPr>
              <a:t>The worldwide organisation </a:t>
            </a:r>
            <a:br>
              <a:rPr lang="en-US" sz="4000" dirty="0">
                <a:solidFill>
                  <a:schemeClr val="bg2">
                    <a:alpha val="50000"/>
                  </a:schemeClr>
                </a:solidFill>
                <a:latin typeface="+mj-lt"/>
              </a:rPr>
            </a:br>
            <a:r>
              <a:rPr lang="en-US" sz="4000" dirty="0">
                <a:solidFill>
                  <a:schemeClr val="bg2">
                    <a:alpha val="50000"/>
                  </a:schemeClr>
                </a:solidFill>
                <a:latin typeface="+mj-lt"/>
              </a:rPr>
              <a:t>for the promotion </a:t>
            </a:r>
            <a:br>
              <a:rPr lang="en-US" sz="4000" dirty="0">
                <a:solidFill>
                  <a:schemeClr val="bg2">
                    <a:alpha val="50000"/>
                  </a:schemeClr>
                </a:solidFill>
                <a:latin typeface="+mj-lt"/>
              </a:rPr>
            </a:br>
            <a:r>
              <a:rPr lang="en-US" sz="4000" dirty="0">
                <a:solidFill>
                  <a:schemeClr val="bg2">
                    <a:alpha val="50000"/>
                  </a:schemeClr>
                </a:solidFill>
                <a:latin typeface="+mj-lt"/>
              </a:rPr>
              <a:t>of rail transport</a:t>
            </a:r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13FC4805-C559-6608-B05F-F2AC18F705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6981" y="10637535"/>
            <a:ext cx="3581637" cy="176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7572"/>
      </p:ext>
    </p:extLst>
  </p:cSld>
  <p:clrMapOvr>
    <a:masterClrMapping/>
  </p:clrMapOvr>
  <p:transition advClick="0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IC_Defaul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D136CA8-CC35-4BAF-BF4E-8B4C24FAFD4F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GB" noProof="0" dirty="0" err="1"/>
              <a:t>Modifiez</a:t>
            </a:r>
            <a:r>
              <a:rPr lang="en-GB" noProof="0" dirty="0"/>
              <a:t> le style du titre</a:t>
            </a:r>
          </a:p>
        </p:txBody>
      </p:sp>
      <p:sp>
        <p:nvSpPr>
          <p:cNvPr id="11" name="Espace réservé du contenu 5">
            <a:extLst>
              <a:ext uri="{FF2B5EF4-FFF2-40B4-BE49-F238E27FC236}">
                <a16:creationId xmlns:a16="http://schemas.microsoft.com/office/drawing/2014/main" id="{7B8BC83F-2B7F-416F-8DB8-51F4BB5D4610}"/>
              </a:ext>
            </a:extLst>
          </p:cNvPr>
          <p:cNvSpPr>
            <a:spLocks noGrp="1"/>
          </p:cNvSpPr>
          <p:nvPr userDrawn="1">
            <p:ph sz="quarter" idx="10"/>
          </p:nvPr>
        </p:nvSpPr>
        <p:spPr>
          <a:xfrm>
            <a:off x="1676404" y="2693324"/>
            <a:ext cx="21024850" cy="9660601"/>
          </a:xfrm>
        </p:spPr>
        <p:txBody>
          <a:bodyPr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/>
            </a:lvl1pPr>
            <a:lvl2pPr marL="1370938" indent="-456979">
              <a:buSzPct val="80000"/>
              <a:buFont typeface="Wingdings 3" panose="05040102010807070707" pitchFamily="18" charset="2"/>
              <a:buChar char=""/>
              <a:defRPr/>
            </a:lvl2pPr>
          </a:lstStyle>
          <a:p>
            <a:pPr lvl="0"/>
            <a:r>
              <a:rPr lang="en-GB" noProof="0" dirty="0" err="1"/>
              <a:t>Cliquez</a:t>
            </a:r>
            <a:r>
              <a:rPr lang="en-GB" noProof="0" dirty="0"/>
              <a:t> pour modifier les styles du </a:t>
            </a:r>
            <a:r>
              <a:rPr lang="en-GB" noProof="0" dirty="0" err="1"/>
              <a:t>texte</a:t>
            </a:r>
            <a:r>
              <a:rPr lang="en-GB" noProof="0" dirty="0"/>
              <a:t> du masque</a:t>
            </a:r>
          </a:p>
          <a:p>
            <a:pPr lvl="1"/>
            <a:r>
              <a:rPr lang="en-GB" noProof="0" dirty="0" err="1"/>
              <a:t>Deuxième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2"/>
            <a:r>
              <a:rPr lang="en-GB" noProof="0" dirty="0" err="1"/>
              <a:t>Troisième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3"/>
            <a:r>
              <a:rPr lang="en-GB" noProof="0" dirty="0" err="1"/>
              <a:t>Quatrième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4"/>
            <a:r>
              <a:rPr lang="en-GB" noProof="0" dirty="0" err="1"/>
              <a:t>Cinquième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DA74380-2A13-60AC-94C8-D0208131860F}"/>
              </a:ext>
            </a:extLst>
          </p:cNvPr>
          <p:cNvSpPr txBox="1"/>
          <p:nvPr userDrawn="1"/>
        </p:nvSpPr>
        <p:spPr>
          <a:xfrm>
            <a:off x="23359401" y="12748079"/>
            <a:ext cx="5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64D3193-92C9-4A44-AB5F-09A26B585862}" type="slidenum">
              <a:rPr lang="en-US" sz="1400" smtClean="0">
                <a:solidFill>
                  <a:srgbClr val="7A888C">
                    <a:alpha val="50000"/>
                  </a:srgbClr>
                </a:solidFill>
              </a:rPr>
              <a:pPr algn="ctr"/>
              <a:t>‹N°›</a:t>
            </a:fld>
            <a:endParaRPr lang="en-US" sz="3600" dirty="0">
              <a:solidFill>
                <a:srgbClr val="7A888C">
                  <a:alpha val="50000"/>
                </a:srgb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A014D4-2DAF-7422-46AC-C12CAD15051E}"/>
              </a:ext>
            </a:extLst>
          </p:cNvPr>
          <p:cNvSpPr>
            <a:spLocks noChangeAspect="1"/>
          </p:cNvSpPr>
          <p:nvPr userDrawn="1"/>
        </p:nvSpPr>
        <p:spPr>
          <a:xfrm>
            <a:off x="23395400" y="12667965"/>
            <a:ext cx="468000" cy="468000"/>
          </a:xfrm>
          <a:prstGeom prst="rect">
            <a:avLst/>
          </a:prstGeom>
          <a:noFill/>
          <a:ln>
            <a:solidFill>
              <a:srgbClr val="7A888C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A6BB5A8-68EE-A6FB-7DBF-70D3151251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118443" y="349826"/>
            <a:ext cx="1021914" cy="50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88593"/>
      </p:ext>
    </p:extLst>
  </p:cSld>
  <p:clrMapOvr>
    <a:masterClrMapping/>
  </p:clrMapOvr>
  <p:transition advClick="0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IC_Default dark">
    <p:bg>
      <p:bgPr>
        <a:solidFill>
          <a:srgbClr val="4E57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92CA55-560F-4F34-9E56-F8A6162E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noProof="0" dirty="0" err="1"/>
              <a:t>Modifiez</a:t>
            </a:r>
            <a:r>
              <a:rPr lang="en-GB" noProof="0" dirty="0"/>
              <a:t> le style du titre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9539E9F9-3AEB-451E-8069-B32ABFA36A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76404" y="2793079"/>
            <a:ext cx="21024850" cy="956084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noProof="0" dirty="0" err="1"/>
              <a:t>Cliquez</a:t>
            </a:r>
            <a:r>
              <a:rPr lang="en-GB" noProof="0" dirty="0"/>
              <a:t> pour modifier les styles du </a:t>
            </a:r>
            <a:r>
              <a:rPr lang="en-GB" noProof="0" dirty="0" err="1"/>
              <a:t>texte</a:t>
            </a:r>
            <a:r>
              <a:rPr lang="en-GB" noProof="0" dirty="0"/>
              <a:t> du masque</a:t>
            </a:r>
          </a:p>
          <a:p>
            <a:pPr lvl="1"/>
            <a:r>
              <a:rPr lang="en-GB" noProof="0" dirty="0" err="1"/>
              <a:t>Deuxième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2"/>
            <a:r>
              <a:rPr lang="en-GB" noProof="0" dirty="0" err="1"/>
              <a:t>Troisième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3"/>
            <a:r>
              <a:rPr lang="en-GB" noProof="0" dirty="0" err="1"/>
              <a:t>Quatrième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4"/>
            <a:r>
              <a:rPr lang="en-GB" noProof="0" dirty="0" err="1"/>
              <a:t>Cinquième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5BCD6A6-3C0B-CCAF-5FE9-38283E38FCB9}"/>
              </a:ext>
            </a:extLst>
          </p:cNvPr>
          <p:cNvSpPr txBox="1"/>
          <p:nvPr userDrawn="1"/>
        </p:nvSpPr>
        <p:spPr>
          <a:xfrm>
            <a:off x="23359401" y="12748079"/>
            <a:ext cx="5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64D3193-92C9-4A44-AB5F-09A26B585862}" type="slidenum">
              <a:rPr lang="en-US" sz="1400" smtClean="0">
                <a:solidFill>
                  <a:srgbClr val="7A888C"/>
                </a:solidFill>
              </a:rPr>
              <a:pPr algn="ctr"/>
              <a:t>‹N°›</a:t>
            </a:fld>
            <a:endParaRPr lang="en-US" sz="3600" dirty="0">
              <a:solidFill>
                <a:srgbClr val="7A888C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6048CC-AE79-099A-5A85-1BF1EF52028B}"/>
              </a:ext>
            </a:extLst>
          </p:cNvPr>
          <p:cNvSpPr>
            <a:spLocks noChangeAspect="1"/>
          </p:cNvSpPr>
          <p:nvPr userDrawn="1"/>
        </p:nvSpPr>
        <p:spPr>
          <a:xfrm>
            <a:off x="23395400" y="12667965"/>
            <a:ext cx="468000" cy="468000"/>
          </a:xfrm>
          <a:prstGeom prst="rect">
            <a:avLst/>
          </a:prstGeom>
          <a:noFill/>
          <a:ln>
            <a:solidFill>
              <a:srgbClr val="7A88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pic>
        <p:nvPicPr>
          <p:cNvPr id="3" name="Image 4">
            <a:extLst>
              <a:ext uri="{FF2B5EF4-FFF2-40B4-BE49-F238E27FC236}">
                <a16:creationId xmlns:a16="http://schemas.microsoft.com/office/drawing/2014/main" id="{1C277ACA-C4EB-F1FE-1B01-53BD1F16A9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118443" y="349826"/>
            <a:ext cx="1021914" cy="50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378065"/>
      </p:ext>
    </p:extLst>
  </p:cSld>
  <p:clrMapOvr>
    <a:masterClrMapping/>
  </p:clrMapOvr>
  <p:transition advClick="0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IC_Defaul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92CA55-560F-4F34-9E56-F8A6162E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noProof="0" dirty="0" err="1"/>
              <a:t>Modifiez</a:t>
            </a:r>
            <a:r>
              <a:rPr lang="en-GB" noProof="0" dirty="0"/>
              <a:t> le style du titre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9539E9F9-3AEB-451E-8069-B32ABFA36A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76404" y="2793079"/>
            <a:ext cx="21024850" cy="9560849"/>
          </a:xfrm>
        </p:spPr>
        <p:txBody>
          <a:bodyPr/>
          <a:lstStyle>
            <a:lvl1pPr marL="0" indent="0">
              <a:buClr>
                <a:schemeClr val="bg2"/>
              </a:buClr>
              <a:buFont typeface="Arial" panose="020B0604020202020204" pitchFamily="34" charset="0"/>
              <a:buNone/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noProof="0" dirty="0" err="1"/>
              <a:t>Cliquez</a:t>
            </a:r>
            <a:r>
              <a:rPr lang="en-GB" noProof="0" dirty="0"/>
              <a:t> pour modifier les styles du </a:t>
            </a:r>
            <a:r>
              <a:rPr lang="en-GB" noProof="0" dirty="0" err="1"/>
              <a:t>texte</a:t>
            </a:r>
            <a:r>
              <a:rPr lang="en-GB" noProof="0" dirty="0"/>
              <a:t> du masque</a:t>
            </a:r>
          </a:p>
          <a:p>
            <a:pPr lvl="1"/>
            <a:r>
              <a:rPr lang="en-GB" noProof="0" dirty="0" err="1"/>
              <a:t>Deuxième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2"/>
            <a:r>
              <a:rPr lang="en-GB" noProof="0" dirty="0" err="1"/>
              <a:t>Troisième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3"/>
            <a:r>
              <a:rPr lang="en-GB" noProof="0" dirty="0" err="1"/>
              <a:t>Quatrième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4"/>
            <a:r>
              <a:rPr lang="en-GB" noProof="0" dirty="0" err="1"/>
              <a:t>Cinquième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5BCD6A6-3C0B-CCAF-5FE9-38283E38FCB9}"/>
              </a:ext>
            </a:extLst>
          </p:cNvPr>
          <p:cNvSpPr txBox="1"/>
          <p:nvPr userDrawn="1"/>
        </p:nvSpPr>
        <p:spPr>
          <a:xfrm>
            <a:off x="23359401" y="12748079"/>
            <a:ext cx="5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64D3193-92C9-4A44-AB5F-09A26B585862}" type="slidenum">
              <a:rPr lang="en-US" sz="1400" smtClean="0">
                <a:solidFill>
                  <a:schemeClr val="bg2">
                    <a:alpha val="50000"/>
                  </a:schemeClr>
                </a:solidFill>
              </a:rPr>
              <a:pPr algn="ctr"/>
              <a:t>‹N°›</a:t>
            </a:fld>
            <a:endParaRPr lang="en-US" sz="3600" dirty="0">
              <a:solidFill>
                <a:schemeClr val="bg2">
                  <a:alpha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6048CC-AE79-099A-5A85-1BF1EF52028B}"/>
              </a:ext>
            </a:extLst>
          </p:cNvPr>
          <p:cNvSpPr>
            <a:spLocks noChangeAspect="1"/>
          </p:cNvSpPr>
          <p:nvPr userDrawn="1"/>
        </p:nvSpPr>
        <p:spPr>
          <a:xfrm>
            <a:off x="23395400" y="12667965"/>
            <a:ext cx="468000" cy="468000"/>
          </a:xfrm>
          <a:prstGeom prst="rect">
            <a:avLst/>
          </a:prstGeom>
          <a:noFill/>
          <a:ln>
            <a:solidFill>
              <a:schemeClr val="bg2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29BCD36-09C5-5BDB-6433-4C29B53ED0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118995" y="350098"/>
            <a:ext cx="1020809" cy="50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735547"/>
      </p:ext>
    </p:extLst>
  </p:cSld>
  <p:clrMapOvr>
    <a:masterClrMapping/>
  </p:clrMapOvr>
  <p:transition advClick="0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IC_Default light_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D136CA8-CC35-4BAF-BF4E-8B4C24FAF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3" y="730257"/>
            <a:ext cx="21024845" cy="1547433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1" name="Espace réservé du contenu 5">
            <a:extLst>
              <a:ext uri="{FF2B5EF4-FFF2-40B4-BE49-F238E27FC236}">
                <a16:creationId xmlns:a16="http://schemas.microsoft.com/office/drawing/2014/main" id="{7B8BC83F-2B7F-416F-8DB8-51F4BB5D461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76403" y="3241963"/>
            <a:ext cx="10046206" cy="966060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GB" noProof="0" dirty="0" err="1"/>
              <a:t>Cliquez</a:t>
            </a:r>
            <a:r>
              <a:rPr lang="en-GB" noProof="0" dirty="0"/>
              <a:t> pour modifier les styles du </a:t>
            </a:r>
            <a:r>
              <a:rPr lang="en-GB" noProof="0" dirty="0" err="1"/>
              <a:t>texte</a:t>
            </a:r>
            <a:r>
              <a:rPr lang="en-GB" noProof="0" dirty="0"/>
              <a:t> du masque</a:t>
            </a:r>
          </a:p>
          <a:p>
            <a:pPr lvl="1"/>
            <a:r>
              <a:rPr lang="en-GB" noProof="0" dirty="0" err="1"/>
              <a:t>Deuxième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2"/>
            <a:r>
              <a:rPr lang="en-GB" noProof="0" dirty="0" err="1"/>
              <a:t>Troisième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3"/>
            <a:r>
              <a:rPr lang="en-GB" noProof="0" dirty="0" err="1"/>
              <a:t>Quatrième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4"/>
            <a:r>
              <a:rPr lang="en-GB" noProof="0" dirty="0" err="1"/>
              <a:t>Cinquième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6BAC96E-3890-48C9-BD88-8C308357396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655042" y="3241962"/>
            <a:ext cx="10046206" cy="966060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GB" noProof="0" dirty="0" err="1"/>
              <a:t>Cliquez</a:t>
            </a:r>
            <a:r>
              <a:rPr lang="en-GB" noProof="0" dirty="0"/>
              <a:t> pour modifier les styles du </a:t>
            </a:r>
            <a:r>
              <a:rPr lang="en-GB" noProof="0" dirty="0" err="1"/>
              <a:t>texte</a:t>
            </a:r>
            <a:r>
              <a:rPr lang="en-GB" noProof="0" dirty="0"/>
              <a:t> du masque</a:t>
            </a:r>
          </a:p>
          <a:p>
            <a:pPr lvl="1"/>
            <a:r>
              <a:rPr lang="en-GB" noProof="0" dirty="0" err="1"/>
              <a:t>Deuxième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2"/>
            <a:r>
              <a:rPr lang="en-GB" noProof="0" dirty="0" err="1"/>
              <a:t>Troisième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3"/>
            <a:r>
              <a:rPr lang="en-GB" noProof="0" dirty="0" err="1"/>
              <a:t>Quatrième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4"/>
            <a:r>
              <a:rPr lang="en-GB" noProof="0" dirty="0" err="1"/>
              <a:t>Cinquième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8CBBD9F-F58D-EEAD-3505-6FE6F27B7A36}"/>
              </a:ext>
            </a:extLst>
          </p:cNvPr>
          <p:cNvSpPr txBox="1"/>
          <p:nvPr userDrawn="1"/>
        </p:nvSpPr>
        <p:spPr>
          <a:xfrm>
            <a:off x="23359401" y="12748079"/>
            <a:ext cx="5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64D3193-92C9-4A44-AB5F-09A26B585862}" type="slidenum">
              <a:rPr lang="en-US" sz="1400" smtClean="0">
                <a:solidFill>
                  <a:srgbClr val="7A888C">
                    <a:alpha val="50000"/>
                  </a:srgbClr>
                </a:solidFill>
              </a:rPr>
              <a:pPr algn="ctr"/>
              <a:t>‹N°›</a:t>
            </a:fld>
            <a:endParaRPr lang="en-US" sz="3600" dirty="0">
              <a:solidFill>
                <a:srgbClr val="7A888C">
                  <a:alpha val="50000"/>
                </a:srgb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DD5865-48C3-F590-CB98-B9292F1942E1}"/>
              </a:ext>
            </a:extLst>
          </p:cNvPr>
          <p:cNvSpPr>
            <a:spLocks noChangeAspect="1"/>
          </p:cNvSpPr>
          <p:nvPr userDrawn="1"/>
        </p:nvSpPr>
        <p:spPr>
          <a:xfrm>
            <a:off x="23395400" y="12667965"/>
            <a:ext cx="468000" cy="468000"/>
          </a:xfrm>
          <a:prstGeom prst="rect">
            <a:avLst/>
          </a:prstGeom>
          <a:noFill/>
          <a:ln>
            <a:solidFill>
              <a:srgbClr val="7A888C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pic>
        <p:nvPicPr>
          <p:cNvPr id="2" name="Image 4">
            <a:extLst>
              <a:ext uri="{FF2B5EF4-FFF2-40B4-BE49-F238E27FC236}">
                <a16:creationId xmlns:a16="http://schemas.microsoft.com/office/drawing/2014/main" id="{A8D88F1B-D3B3-76EC-9564-90E597A91D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118443" y="349826"/>
            <a:ext cx="1021914" cy="50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426724"/>
      </p:ext>
    </p:extLst>
  </p:cSld>
  <p:clrMapOvr>
    <a:masterClrMapping/>
  </p:clrMapOvr>
  <p:transition advClick="0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UIC_Default light_2 col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EDA2588-323C-AEAD-B32A-66C4C86AB7A8}"/>
              </a:ext>
            </a:extLst>
          </p:cNvPr>
          <p:cNvSpPr/>
          <p:nvPr userDrawn="1"/>
        </p:nvSpPr>
        <p:spPr>
          <a:xfrm>
            <a:off x="12188826" y="0"/>
            <a:ext cx="12188825" cy="13609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0D136CA8-CC35-4BAF-BF4E-8B4C24FAF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4" y="730257"/>
            <a:ext cx="9497565" cy="1547433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1" name="Espace réservé du contenu 5">
            <a:extLst>
              <a:ext uri="{FF2B5EF4-FFF2-40B4-BE49-F238E27FC236}">
                <a16:creationId xmlns:a16="http://schemas.microsoft.com/office/drawing/2014/main" id="{7B8BC83F-2B7F-416F-8DB8-51F4BB5D461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76402" y="3241963"/>
            <a:ext cx="9497566" cy="9660601"/>
          </a:xfrm>
        </p:spPr>
        <p:txBody>
          <a:bodyPr/>
          <a:lstStyle/>
          <a:p>
            <a:pPr lvl="0"/>
            <a:r>
              <a:rPr lang="en-GB" noProof="0" dirty="0" err="1"/>
              <a:t>Cliquez</a:t>
            </a:r>
            <a:r>
              <a:rPr lang="en-GB" noProof="0" dirty="0"/>
              <a:t> pour modifier les styles du </a:t>
            </a:r>
            <a:r>
              <a:rPr lang="en-GB" noProof="0" dirty="0" err="1"/>
              <a:t>texte</a:t>
            </a:r>
            <a:r>
              <a:rPr lang="en-GB" noProof="0" dirty="0"/>
              <a:t> du masque</a:t>
            </a:r>
          </a:p>
          <a:p>
            <a:pPr lvl="1"/>
            <a:r>
              <a:rPr lang="en-GB" noProof="0" dirty="0" err="1"/>
              <a:t>Deuxième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2"/>
            <a:r>
              <a:rPr lang="en-GB" noProof="0" dirty="0" err="1"/>
              <a:t>Troisième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3"/>
            <a:r>
              <a:rPr lang="en-GB" noProof="0" dirty="0" err="1"/>
              <a:t>Quatrième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4"/>
            <a:r>
              <a:rPr lang="en-GB" noProof="0" dirty="0" err="1"/>
              <a:t>Cinquième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6BAC96E-3890-48C9-BD88-8C308357396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185648" y="730256"/>
            <a:ext cx="9515600" cy="1217230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GB" noProof="0" dirty="0" err="1"/>
              <a:t>Cliquez</a:t>
            </a:r>
            <a:r>
              <a:rPr lang="en-GB" noProof="0" dirty="0"/>
              <a:t> pour modifier les styles du </a:t>
            </a:r>
            <a:r>
              <a:rPr lang="en-GB" noProof="0" dirty="0" err="1"/>
              <a:t>texte</a:t>
            </a:r>
            <a:r>
              <a:rPr lang="en-GB" noProof="0" dirty="0"/>
              <a:t> du masque</a:t>
            </a:r>
          </a:p>
          <a:p>
            <a:pPr lvl="1"/>
            <a:r>
              <a:rPr lang="en-GB" noProof="0" dirty="0" err="1"/>
              <a:t>Deuxième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2"/>
            <a:r>
              <a:rPr lang="en-GB" noProof="0" dirty="0" err="1"/>
              <a:t>Troisième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3"/>
            <a:r>
              <a:rPr lang="en-GB" noProof="0" dirty="0" err="1"/>
              <a:t>Quatrième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4"/>
            <a:r>
              <a:rPr lang="en-GB" noProof="0" dirty="0" err="1"/>
              <a:t>Cinquième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8CBBD9F-F58D-EEAD-3505-6FE6F27B7A36}"/>
              </a:ext>
            </a:extLst>
          </p:cNvPr>
          <p:cNvSpPr txBox="1"/>
          <p:nvPr userDrawn="1"/>
        </p:nvSpPr>
        <p:spPr>
          <a:xfrm>
            <a:off x="23359401" y="12748079"/>
            <a:ext cx="5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64D3193-92C9-4A44-AB5F-09A26B585862}" type="slidenum">
              <a:rPr lang="en-US" sz="1400" smtClean="0">
                <a:solidFill>
                  <a:srgbClr val="7A888C">
                    <a:alpha val="50000"/>
                  </a:srgbClr>
                </a:solidFill>
              </a:rPr>
              <a:pPr algn="ctr"/>
              <a:t>‹N°›</a:t>
            </a:fld>
            <a:endParaRPr lang="en-US" sz="3600" dirty="0">
              <a:solidFill>
                <a:srgbClr val="7A888C">
                  <a:alpha val="50000"/>
                </a:srgb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DD5865-48C3-F590-CB98-B9292F1942E1}"/>
              </a:ext>
            </a:extLst>
          </p:cNvPr>
          <p:cNvSpPr>
            <a:spLocks noChangeAspect="1"/>
          </p:cNvSpPr>
          <p:nvPr userDrawn="1"/>
        </p:nvSpPr>
        <p:spPr>
          <a:xfrm>
            <a:off x="23395400" y="12667965"/>
            <a:ext cx="468000" cy="468000"/>
          </a:xfrm>
          <a:prstGeom prst="rect">
            <a:avLst/>
          </a:prstGeom>
          <a:noFill/>
          <a:ln>
            <a:solidFill>
              <a:srgbClr val="7A888C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pic>
        <p:nvPicPr>
          <p:cNvPr id="2" name="Image 4">
            <a:extLst>
              <a:ext uri="{FF2B5EF4-FFF2-40B4-BE49-F238E27FC236}">
                <a16:creationId xmlns:a16="http://schemas.microsoft.com/office/drawing/2014/main" id="{0DCEB6B6-4D8F-9CAE-949C-77BD2DF1A0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118443" y="349826"/>
            <a:ext cx="1021914" cy="50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029148"/>
      </p:ext>
    </p:extLst>
  </p:cSld>
  <p:clrMapOvr>
    <a:masterClrMapping/>
  </p:clrMapOvr>
  <p:transition advClick="0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IC_Default blue_2 col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EDA2588-323C-AEAD-B32A-66C4C86AB7A8}"/>
              </a:ext>
            </a:extLst>
          </p:cNvPr>
          <p:cNvSpPr/>
          <p:nvPr userDrawn="1"/>
        </p:nvSpPr>
        <p:spPr>
          <a:xfrm>
            <a:off x="12188826" y="0"/>
            <a:ext cx="12188825" cy="136093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0D136CA8-CC35-4BAF-BF4E-8B4C24FAF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4" y="730257"/>
            <a:ext cx="9497565" cy="1547433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1" name="Espace réservé du contenu 5">
            <a:extLst>
              <a:ext uri="{FF2B5EF4-FFF2-40B4-BE49-F238E27FC236}">
                <a16:creationId xmlns:a16="http://schemas.microsoft.com/office/drawing/2014/main" id="{7B8BC83F-2B7F-416F-8DB8-51F4BB5D461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76402" y="3241963"/>
            <a:ext cx="9497566" cy="966060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GB" noProof="0" dirty="0" err="1"/>
              <a:t>Cliquez</a:t>
            </a:r>
            <a:r>
              <a:rPr lang="en-GB" noProof="0" dirty="0"/>
              <a:t> pour modifier les styles du </a:t>
            </a:r>
            <a:r>
              <a:rPr lang="en-GB" noProof="0" dirty="0" err="1"/>
              <a:t>texte</a:t>
            </a:r>
            <a:r>
              <a:rPr lang="en-GB" noProof="0" dirty="0"/>
              <a:t> du masque</a:t>
            </a:r>
          </a:p>
          <a:p>
            <a:pPr lvl="1"/>
            <a:r>
              <a:rPr lang="en-GB" noProof="0" dirty="0" err="1"/>
              <a:t>Deuxième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2"/>
            <a:r>
              <a:rPr lang="en-GB" noProof="0" dirty="0" err="1"/>
              <a:t>Troisième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3"/>
            <a:r>
              <a:rPr lang="en-GB" noProof="0" dirty="0" err="1"/>
              <a:t>Quatrième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4"/>
            <a:r>
              <a:rPr lang="en-GB" noProof="0" dirty="0" err="1"/>
              <a:t>Cinquième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6BAC96E-3890-48C9-BD88-8C308357396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185648" y="730256"/>
            <a:ext cx="9515600" cy="12172306"/>
          </a:xfrm>
        </p:spPr>
        <p:txBody>
          <a:bodyPr/>
          <a:lstStyle>
            <a:lvl1pPr marL="0" indent="0">
              <a:buClr>
                <a:schemeClr val="bg2"/>
              </a:buClr>
              <a:buFont typeface="Arial" panose="020B0604020202020204" pitchFamily="34" charset="0"/>
              <a:buNone/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noProof="0" dirty="0" err="1"/>
              <a:t>Cliquez</a:t>
            </a:r>
            <a:r>
              <a:rPr lang="en-GB" noProof="0" dirty="0"/>
              <a:t> pour modifier les styles du </a:t>
            </a:r>
            <a:r>
              <a:rPr lang="en-GB" noProof="0" dirty="0" err="1"/>
              <a:t>texte</a:t>
            </a:r>
            <a:r>
              <a:rPr lang="en-GB" noProof="0" dirty="0"/>
              <a:t> du masque</a:t>
            </a:r>
          </a:p>
          <a:p>
            <a:pPr lvl="1"/>
            <a:r>
              <a:rPr lang="en-GB" noProof="0" dirty="0" err="1"/>
              <a:t>Deuxième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2"/>
            <a:r>
              <a:rPr lang="en-GB" noProof="0" dirty="0" err="1"/>
              <a:t>Troisième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3"/>
            <a:r>
              <a:rPr lang="en-GB" noProof="0" dirty="0" err="1"/>
              <a:t>Quatrième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4"/>
            <a:r>
              <a:rPr lang="en-GB" noProof="0" dirty="0" err="1"/>
              <a:t>Cinquième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E04D68F-8C88-4E76-1080-E35DA3ED2E40}"/>
              </a:ext>
            </a:extLst>
          </p:cNvPr>
          <p:cNvSpPr txBox="1"/>
          <p:nvPr userDrawn="1"/>
        </p:nvSpPr>
        <p:spPr>
          <a:xfrm>
            <a:off x="23359401" y="12748079"/>
            <a:ext cx="5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64D3193-92C9-4A44-AB5F-09A26B585862}" type="slidenum">
              <a:rPr lang="en-US" sz="1400" smtClean="0">
                <a:solidFill>
                  <a:schemeClr val="bg2">
                    <a:alpha val="50000"/>
                  </a:schemeClr>
                </a:solidFill>
              </a:rPr>
              <a:pPr algn="ctr"/>
              <a:t>‹N°›</a:t>
            </a:fld>
            <a:endParaRPr lang="en-US" sz="3600" dirty="0">
              <a:solidFill>
                <a:schemeClr val="bg2">
                  <a:alpha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8B72BF-236F-85AB-B773-DAD76C728CED}"/>
              </a:ext>
            </a:extLst>
          </p:cNvPr>
          <p:cNvSpPr>
            <a:spLocks noChangeAspect="1"/>
          </p:cNvSpPr>
          <p:nvPr userDrawn="1"/>
        </p:nvSpPr>
        <p:spPr>
          <a:xfrm>
            <a:off x="23395400" y="12667965"/>
            <a:ext cx="468000" cy="468000"/>
          </a:xfrm>
          <a:prstGeom prst="rect">
            <a:avLst/>
          </a:prstGeom>
          <a:noFill/>
          <a:ln>
            <a:solidFill>
              <a:schemeClr val="bg2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5F1093F-442A-CE8E-3B4A-1D3A7D51A5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118995" y="350098"/>
            <a:ext cx="1020809" cy="50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07819"/>
      </p:ext>
    </p:extLst>
  </p:cSld>
  <p:clrMapOvr>
    <a:masterClrMapping/>
  </p:clrMapOvr>
  <p:transition advClick="0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IC_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6BAC96E-3890-48C9-BD88-8C308357396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167360" y="3241962"/>
            <a:ext cx="9533888" cy="9660601"/>
          </a:xfrm>
        </p:spPr>
        <p:txBody>
          <a:bodyPr/>
          <a:lstStyle/>
          <a:p>
            <a:pPr lvl="0"/>
            <a:r>
              <a:rPr lang="en-GB" noProof="0" dirty="0" err="1"/>
              <a:t>Cliquez</a:t>
            </a:r>
            <a:r>
              <a:rPr lang="en-GB" noProof="0" dirty="0"/>
              <a:t> pour modifier les styles du </a:t>
            </a:r>
            <a:r>
              <a:rPr lang="en-GB" noProof="0" dirty="0" err="1"/>
              <a:t>texte</a:t>
            </a:r>
            <a:r>
              <a:rPr lang="en-GB" noProof="0" dirty="0"/>
              <a:t> du masque</a:t>
            </a:r>
          </a:p>
          <a:p>
            <a:pPr lvl="1"/>
            <a:r>
              <a:rPr lang="en-GB" noProof="0" dirty="0" err="1"/>
              <a:t>Deuxième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2"/>
            <a:r>
              <a:rPr lang="en-GB" noProof="0" dirty="0" err="1"/>
              <a:t>Troisième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3"/>
            <a:r>
              <a:rPr lang="en-GB" noProof="0" dirty="0" err="1"/>
              <a:t>Quatrième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4"/>
            <a:r>
              <a:rPr lang="en-GB" noProof="0" dirty="0" err="1"/>
              <a:t>Cinquième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8CBBD9F-F58D-EEAD-3505-6FE6F27B7A36}"/>
              </a:ext>
            </a:extLst>
          </p:cNvPr>
          <p:cNvSpPr txBox="1"/>
          <p:nvPr userDrawn="1"/>
        </p:nvSpPr>
        <p:spPr>
          <a:xfrm>
            <a:off x="23359401" y="12748079"/>
            <a:ext cx="5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64D3193-92C9-4A44-AB5F-09A26B585862}" type="slidenum">
              <a:rPr lang="en-US" sz="1400" smtClean="0">
                <a:solidFill>
                  <a:srgbClr val="7A888C">
                    <a:alpha val="50000"/>
                  </a:srgbClr>
                </a:solidFill>
              </a:rPr>
              <a:pPr algn="ctr"/>
              <a:t>‹N°›</a:t>
            </a:fld>
            <a:endParaRPr lang="en-US" sz="3600" dirty="0">
              <a:solidFill>
                <a:srgbClr val="7A888C">
                  <a:alpha val="50000"/>
                </a:srgb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DD5865-48C3-F590-CB98-B9292F1942E1}"/>
              </a:ext>
            </a:extLst>
          </p:cNvPr>
          <p:cNvSpPr>
            <a:spLocks noChangeAspect="1"/>
          </p:cNvSpPr>
          <p:nvPr userDrawn="1"/>
        </p:nvSpPr>
        <p:spPr>
          <a:xfrm>
            <a:off x="23395400" y="12667965"/>
            <a:ext cx="468000" cy="468000"/>
          </a:xfrm>
          <a:prstGeom prst="rect">
            <a:avLst/>
          </a:prstGeom>
          <a:noFill/>
          <a:ln>
            <a:solidFill>
              <a:srgbClr val="7A888C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1D48FF08-84CB-7EED-7370-16C938F576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2"/>
            <a:ext cx="12188825" cy="1358741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itre 3">
            <a:extLst>
              <a:ext uri="{FF2B5EF4-FFF2-40B4-BE49-F238E27FC236}">
                <a16:creationId xmlns:a16="http://schemas.microsoft.com/office/drawing/2014/main" id="{9E407BF5-B375-8E4A-147B-114D4E82E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5522" y="1421977"/>
            <a:ext cx="9497565" cy="1547433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</a:p>
        </p:txBody>
      </p:sp>
      <p:pic>
        <p:nvPicPr>
          <p:cNvPr id="2" name="Image 4">
            <a:extLst>
              <a:ext uri="{FF2B5EF4-FFF2-40B4-BE49-F238E27FC236}">
                <a16:creationId xmlns:a16="http://schemas.microsoft.com/office/drawing/2014/main" id="{9E2126EF-F2FA-DA10-472D-6B24EDFF3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118443" y="349826"/>
            <a:ext cx="1021914" cy="50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058867"/>
      </p:ext>
    </p:extLst>
  </p:cSld>
  <p:clrMapOvr>
    <a:masterClrMapping/>
  </p:clrMapOvr>
  <p:transition advClick="0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IC_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6BAC96E-3890-48C9-BD88-8C308357396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167360" y="3241962"/>
            <a:ext cx="9533888" cy="9660601"/>
          </a:xfrm>
        </p:spPr>
        <p:txBody>
          <a:bodyPr/>
          <a:lstStyle/>
          <a:p>
            <a:pPr lvl="0"/>
            <a:r>
              <a:rPr lang="en-GB" noProof="0" dirty="0" err="1"/>
              <a:t>Cliquez</a:t>
            </a:r>
            <a:r>
              <a:rPr lang="en-GB" noProof="0" dirty="0"/>
              <a:t> pour modifier les styles du </a:t>
            </a:r>
            <a:r>
              <a:rPr lang="en-GB" noProof="0" dirty="0" err="1"/>
              <a:t>texte</a:t>
            </a:r>
            <a:r>
              <a:rPr lang="en-GB" noProof="0" dirty="0"/>
              <a:t> du masque</a:t>
            </a:r>
          </a:p>
          <a:p>
            <a:pPr lvl="1"/>
            <a:r>
              <a:rPr lang="en-GB" noProof="0" dirty="0" err="1"/>
              <a:t>Deuxième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2"/>
            <a:r>
              <a:rPr lang="en-GB" noProof="0" dirty="0" err="1"/>
              <a:t>Troisième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3"/>
            <a:r>
              <a:rPr lang="en-GB" noProof="0" dirty="0" err="1"/>
              <a:t>Quatrième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4"/>
            <a:r>
              <a:rPr lang="en-GB" noProof="0" dirty="0" err="1"/>
              <a:t>Cinquième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8CBBD9F-F58D-EEAD-3505-6FE6F27B7A36}"/>
              </a:ext>
            </a:extLst>
          </p:cNvPr>
          <p:cNvSpPr txBox="1"/>
          <p:nvPr userDrawn="1"/>
        </p:nvSpPr>
        <p:spPr>
          <a:xfrm>
            <a:off x="23359401" y="12748079"/>
            <a:ext cx="5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64D3193-92C9-4A44-AB5F-09A26B585862}" type="slidenum">
              <a:rPr lang="en-US" sz="1400" smtClean="0">
                <a:solidFill>
                  <a:srgbClr val="7A888C">
                    <a:alpha val="50000"/>
                  </a:srgbClr>
                </a:solidFill>
              </a:rPr>
              <a:pPr algn="ctr"/>
              <a:t>‹N°›</a:t>
            </a:fld>
            <a:endParaRPr lang="en-US" sz="3600" dirty="0">
              <a:solidFill>
                <a:srgbClr val="7A888C">
                  <a:alpha val="50000"/>
                </a:srgb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DD5865-48C3-F590-CB98-B9292F1942E1}"/>
              </a:ext>
            </a:extLst>
          </p:cNvPr>
          <p:cNvSpPr>
            <a:spLocks noChangeAspect="1"/>
          </p:cNvSpPr>
          <p:nvPr userDrawn="1"/>
        </p:nvSpPr>
        <p:spPr>
          <a:xfrm>
            <a:off x="23395400" y="12667965"/>
            <a:ext cx="468000" cy="468000"/>
          </a:xfrm>
          <a:prstGeom prst="rect">
            <a:avLst/>
          </a:prstGeom>
          <a:noFill/>
          <a:ln>
            <a:solidFill>
              <a:srgbClr val="7A888C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1D48FF08-84CB-7EED-7370-16C938F576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9302" y="6979946"/>
            <a:ext cx="11733906" cy="592201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itre 3">
            <a:extLst>
              <a:ext uri="{FF2B5EF4-FFF2-40B4-BE49-F238E27FC236}">
                <a16:creationId xmlns:a16="http://schemas.microsoft.com/office/drawing/2014/main" id="{9E407BF5-B375-8E4A-147B-114D4E82E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5522" y="1421977"/>
            <a:ext cx="9497565" cy="1547433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2" name="Espace réservé pour une image  4">
            <a:extLst>
              <a:ext uri="{FF2B5EF4-FFF2-40B4-BE49-F238E27FC236}">
                <a16:creationId xmlns:a16="http://schemas.microsoft.com/office/drawing/2014/main" id="{060AF533-5C61-5195-5587-07C97125B9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9301" y="814035"/>
            <a:ext cx="5758775" cy="5922019"/>
          </a:xfrm>
        </p:spPr>
        <p:txBody>
          <a:bodyPr/>
          <a:lstStyle/>
          <a:p>
            <a:endParaRPr lang="en-US"/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AFAA0823-7ADC-8CF4-A876-A2D1156838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14433" y="814034"/>
            <a:ext cx="5758775" cy="5922019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0DEB5C78-6418-2919-E4FA-04C89091F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118443" y="349826"/>
            <a:ext cx="1021914" cy="50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66962"/>
      </p:ext>
    </p:extLst>
  </p:cSld>
  <p:clrMapOvr>
    <a:masterClrMapping/>
  </p:clrMapOvr>
  <p:transition advClick="0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IC_4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58CBBD9F-F58D-EEAD-3505-6FE6F27B7A36}"/>
              </a:ext>
            </a:extLst>
          </p:cNvPr>
          <p:cNvSpPr txBox="1"/>
          <p:nvPr userDrawn="1"/>
        </p:nvSpPr>
        <p:spPr>
          <a:xfrm>
            <a:off x="23359401" y="12748079"/>
            <a:ext cx="5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64D3193-92C9-4A44-AB5F-09A26B585862}" type="slidenum">
              <a:rPr lang="en-US" sz="1400" smtClean="0">
                <a:solidFill>
                  <a:srgbClr val="7A888C">
                    <a:alpha val="50000"/>
                  </a:srgbClr>
                </a:solidFill>
              </a:rPr>
              <a:pPr algn="ctr"/>
              <a:t>‹N°›</a:t>
            </a:fld>
            <a:endParaRPr lang="en-US" sz="3600" dirty="0">
              <a:solidFill>
                <a:srgbClr val="7A888C">
                  <a:alpha val="50000"/>
                </a:srgb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DD5865-48C3-F590-CB98-B9292F1942E1}"/>
              </a:ext>
            </a:extLst>
          </p:cNvPr>
          <p:cNvSpPr>
            <a:spLocks noChangeAspect="1"/>
          </p:cNvSpPr>
          <p:nvPr userDrawn="1"/>
        </p:nvSpPr>
        <p:spPr>
          <a:xfrm>
            <a:off x="23395400" y="12667965"/>
            <a:ext cx="468000" cy="468000"/>
          </a:xfrm>
          <a:prstGeom prst="rect">
            <a:avLst/>
          </a:prstGeom>
          <a:noFill/>
          <a:ln>
            <a:solidFill>
              <a:srgbClr val="7A888C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1D48FF08-84CB-7EED-7370-16C938F576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8776" y="8929991"/>
            <a:ext cx="5518979" cy="397197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Espace réservé pour une image  4">
            <a:extLst>
              <a:ext uri="{FF2B5EF4-FFF2-40B4-BE49-F238E27FC236}">
                <a16:creationId xmlns:a16="http://schemas.microsoft.com/office/drawing/2014/main" id="{060AF533-5C61-5195-5587-07C97125B9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8776" y="814034"/>
            <a:ext cx="5518980" cy="7843582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Espace réservé du contenu 5">
            <a:extLst>
              <a:ext uri="{FF2B5EF4-FFF2-40B4-BE49-F238E27FC236}">
                <a16:creationId xmlns:a16="http://schemas.microsoft.com/office/drawing/2014/main" id="{993DEE66-24DF-87C7-FB02-122F2F6BF9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167360" y="3241962"/>
            <a:ext cx="9533888" cy="9660601"/>
          </a:xfrm>
        </p:spPr>
        <p:txBody>
          <a:bodyPr/>
          <a:lstStyle/>
          <a:p>
            <a:pPr lvl="0"/>
            <a:r>
              <a:rPr lang="en-GB" noProof="0" dirty="0" err="1"/>
              <a:t>Cliquez</a:t>
            </a:r>
            <a:r>
              <a:rPr lang="en-GB" noProof="0" dirty="0"/>
              <a:t> pour modifier les styles du </a:t>
            </a:r>
            <a:r>
              <a:rPr lang="en-GB" noProof="0" dirty="0" err="1"/>
              <a:t>texte</a:t>
            </a:r>
            <a:r>
              <a:rPr lang="en-GB" noProof="0" dirty="0"/>
              <a:t> du masque</a:t>
            </a:r>
          </a:p>
          <a:p>
            <a:pPr lvl="1"/>
            <a:r>
              <a:rPr lang="en-GB" noProof="0" dirty="0" err="1"/>
              <a:t>Deuxième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2"/>
            <a:r>
              <a:rPr lang="en-GB" noProof="0" dirty="0" err="1"/>
              <a:t>Troisième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3"/>
            <a:r>
              <a:rPr lang="en-GB" noProof="0" dirty="0" err="1"/>
              <a:t>Quatrième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4"/>
            <a:r>
              <a:rPr lang="en-GB" noProof="0" dirty="0" err="1"/>
              <a:t>Cinquième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BD39A8E0-C7A0-F0DF-849B-DD84B1171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5522" y="1421977"/>
            <a:ext cx="9497565" cy="1547433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4" name="Espace réservé pour une image  4">
            <a:extLst>
              <a:ext uri="{FF2B5EF4-FFF2-40B4-BE49-F238E27FC236}">
                <a16:creationId xmlns:a16="http://schemas.microsoft.com/office/drawing/2014/main" id="{7D9BC66C-8347-93FE-38F4-A225277AE5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69846" y="814034"/>
            <a:ext cx="5518979" cy="3971974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Espace réservé pour une image  4">
            <a:extLst>
              <a:ext uri="{FF2B5EF4-FFF2-40B4-BE49-F238E27FC236}">
                <a16:creationId xmlns:a16="http://schemas.microsoft.com/office/drawing/2014/main" id="{752740DD-DE56-28E6-A98B-04BF13AB1D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9846" y="5058382"/>
            <a:ext cx="5518980" cy="784358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Image 4">
            <a:extLst>
              <a:ext uri="{FF2B5EF4-FFF2-40B4-BE49-F238E27FC236}">
                <a16:creationId xmlns:a16="http://schemas.microsoft.com/office/drawing/2014/main" id="{FE597163-9117-DF08-E801-4DAF2867A7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118443" y="349826"/>
            <a:ext cx="1021914" cy="50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106478"/>
      </p:ext>
    </p:extLst>
  </p:cSld>
  <p:clrMapOvr>
    <a:masterClrMapping/>
  </p:clrMapOvr>
  <p:transition advClick="0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IC_6 photo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666463-6671-4230-A7DC-07839DED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BEA4F27-917F-250F-9A23-958ED843E4B1}"/>
              </a:ext>
            </a:extLst>
          </p:cNvPr>
          <p:cNvSpPr txBox="1"/>
          <p:nvPr userDrawn="1"/>
        </p:nvSpPr>
        <p:spPr>
          <a:xfrm>
            <a:off x="23359401" y="12748079"/>
            <a:ext cx="5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64D3193-92C9-4A44-AB5F-09A26B585862}" type="slidenum">
              <a:rPr lang="en-US" sz="1400" smtClean="0">
                <a:solidFill>
                  <a:srgbClr val="7A888C">
                    <a:alpha val="50000"/>
                  </a:srgbClr>
                </a:solidFill>
              </a:rPr>
              <a:pPr algn="ctr"/>
              <a:t>‹N°›</a:t>
            </a:fld>
            <a:endParaRPr lang="en-US" sz="3600" dirty="0">
              <a:solidFill>
                <a:srgbClr val="7A888C">
                  <a:alpha val="50000"/>
                </a:srgb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0E015E-A7F9-5C70-6E67-43BFBFD0925B}"/>
              </a:ext>
            </a:extLst>
          </p:cNvPr>
          <p:cNvSpPr>
            <a:spLocks noChangeAspect="1"/>
          </p:cNvSpPr>
          <p:nvPr userDrawn="1"/>
        </p:nvSpPr>
        <p:spPr>
          <a:xfrm>
            <a:off x="23395400" y="12667965"/>
            <a:ext cx="468000" cy="468000"/>
          </a:xfrm>
          <a:prstGeom prst="rect">
            <a:avLst/>
          </a:prstGeom>
          <a:noFill/>
          <a:ln>
            <a:solidFill>
              <a:srgbClr val="7A888C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3" name="Espace réservé pour une image  3">
            <a:extLst>
              <a:ext uri="{FF2B5EF4-FFF2-40B4-BE49-F238E27FC236}">
                <a16:creationId xmlns:a16="http://schemas.microsoft.com/office/drawing/2014/main" id="{5F3727D8-AE1D-9D16-5E8F-7BC52BC63F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676403" y="2834678"/>
            <a:ext cx="6840000" cy="43200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Espace réservé pour une image  3">
            <a:extLst>
              <a:ext uri="{FF2B5EF4-FFF2-40B4-BE49-F238E27FC236}">
                <a16:creationId xmlns:a16="http://schemas.microsoft.com/office/drawing/2014/main" id="{39213550-228E-53E8-655F-E597D40E3C4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68825" y="2834678"/>
            <a:ext cx="6840000" cy="432000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Espace réservé pour une image  3">
            <a:extLst>
              <a:ext uri="{FF2B5EF4-FFF2-40B4-BE49-F238E27FC236}">
                <a16:creationId xmlns:a16="http://schemas.microsoft.com/office/drawing/2014/main" id="{37D48775-7136-AC05-5755-E1FA5CE63D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5861247" y="2834678"/>
            <a:ext cx="6840000" cy="4320000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Espace réservé pour une image  3">
            <a:extLst>
              <a:ext uri="{FF2B5EF4-FFF2-40B4-BE49-F238E27FC236}">
                <a16:creationId xmlns:a16="http://schemas.microsoft.com/office/drawing/2014/main" id="{0112D2B3-1484-FE89-C2F7-38ECB51B58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676403" y="7433156"/>
            <a:ext cx="6840000" cy="4320000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Espace réservé pour une image  3">
            <a:extLst>
              <a:ext uri="{FF2B5EF4-FFF2-40B4-BE49-F238E27FC236}">
                <a16:creationId xmlns:a16="http://schemas.microsoft.com/office/drawing/2014/main" id="{94598365-75AE-B96E-476C-7486814C3BF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68825" y="7433156"/>
            <a:ext cx="6840000" cy="4320000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Espace réservé pour une image  3">
            <a:extLst>
              <a:ext uri="{FF2B5EF4-FFF2-40B4-BE49-F238E27FC236}">
                <a16:creationId xmlns:a16="http://schemas.microsoft.com/office/drawing/2014/main" id="{EC1135D7-192E-C821-919D-D07A0F4649F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5861247" y="7433156"/>
            <a:ext cx="6840000" cy="4320000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Image 4">
            <a:extLst>
              <a:ext uri="{FF2B5EF4-FFF2-40B4-BE49-F238E27FC236}">
                <a16:creationId xmlns:a16="http://schemas.microsoft.com/office/drawing/2014/main" id="{33FCC261-9EB5-7D06-3AF6-8CC0570116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118443" y="349826"/>
            <a:ext cx="1021914" cy="50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195705"/>
      </p:ext>
    </p:extLst>
  </p:cSld>
  <p:clrMapOvr>
    <a:masterClrMapping/>
  </p:clrMapOvr>
  <p:transition advClick="0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IC_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7EFDBFE-8F2B-8504-802A-2A4FB49DCB0E}"/>
              </a:ext>
            </a:extLst>
          </p:cNvPr>
          <p:cNvSpPr/>
          <p:nvPr userDrawn="1"/>
        </p:nvSpPr>
        <p:spPr>
          <a:xfrm>
            <a:off x="0" y="6741270"/>
            <a:ext cx="243776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0D136CA8-CC35-4BAF-BF4E-8B4C24FAFD4F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GB" noProof="0" dirty="0" err="1"/>
              <a:t>Modifiez</a:t>
            </a:r>
            <a:r>
              <a:rPr lang="en-GB" noProof="0" dirty="0"/>
              <a:t> le style du titre</a:t>
            </a:r>
          </a:p>
        </p:txBody>
      </p:sp>
      <p:sp>
        <p:nvSpPr>
          <p:cNvPr id="15" name="Espace réservé pour une image  7">
            <a:extLst>
              <a:ext uri="{FF2B5EF4-FFF2-40B4-BE49-F238E27FC236}">
                <a16:creationId xmlns:a16="http://schemas.microsoft.com/office/drawing/2014/main" id="{B7D2DD0C-F8D0-3914-B647-8470A85B0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46018" y="4265903"/>
            <a:ext cx="3070023" cy="3068524"/>
          </a:xfrm>
          <a:prstGeom prst="ellipse">
            <a:avLst/>
          </a:prstGeom>
          <a:ln w="88900"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>
            <a:lvl1pPr algn="ctr">
              <a:defRPr sz="1800"/>
            </a:lvl1pPr>
          </a:lstStyle>
          <a:p>
            <a:endParaRPr lang="en-US" dirty="0"/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3FEAD16B-2B28-DC69-0F02-6001C6F1F8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209" y="7504184"/>
            <a:ext cx="4229641" cy="1017232"/>
          </a:xfrm>
        </p:spPr>
        <p:txBody>
          <a:bodyPr anchor="ctr" anchorCtr="0">
            <a:normAutofit/>
          </a:bodyPr>
          <a:lstStyle>
            <a:lvl1pPr algn="ctr">
              <a:defRPr sz="3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fr-FR" dirty="0"/>
              <a:t>Name </a:t>
            </a:r>
            <a:r>
              <a:rPr lang="fr-FR" dirty="0" err="1"/>
              <a:t>Surname</a:t>
            </a:r>
            <a:endParaRPr lang="en-US" dirty="0"/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3F2A46AF-C9EB-E1F6-5D7E-E362865A91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209" y="8620553"/>
            <a:ext cx="4229641" cy="1337914"/>
          </a:xfrm>
        </p:spPr>
        <p:txBody>
          <a:bodyPr>
            <a:normAutofit/>
          </a:bodyPr>
          <a:lstStyle>
            <a:lvl1pPr algn="ctr"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3D67851-3250-DF5F-BDFF-DECFA9E9F9B9}"/>
              </a:ext>
            </a:extLst>
          </p:cNvPr>
          <p:cNvSpPr txBox="1"/>
          <p:nvPr userDrawn="1"/>
        </p:nvSpPr>
        <p:spPr>
          <a:xfrm>
            <a:off x="23359401" y="12748079"/>
            <a:ext cx="5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64D3193-92C9-4A44-AB5F-09A26B585862}" type="slidenum">
              <a:rPr lang="en-US" sz="1400" smtClean="0">
                <a:solidFill>
                  <a:schemeClr val="bg2">
                    <a:alpha val="50000"/>
                  </a:schemeClr>
                </a:solidFill>
              </a:rPr>
              <a:pPr algn="ctr"/>
              <a:t>‹N°›</a:t>
            </a:fld>
            <a:endParaRPr lang="en-US" sz="3600" dirty="0">
              <a:solidFill>
                <a:schemeClr val="bg2">
                  <a:alpha val="5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B93979-984A-6045-5807-4F99BD16F168}"/>
              </a:ext>
            </a:extLst>
          </p:cNvPr>
          <p:cNvSpPr>
            <a:spLocks noChangeAspect="1"/>
          </p:cNvSpPr>
          <p:nvPr userDrawn="1"/>
        </p:nvSpPr>
        <p:spPr>
          <a:xfrm>
            <a:off x="23395400" y="12667965"/>
            <a:ext cx="468000" cy="468000"/>
          </a:xfrm>
          <a:prstGeom prst="rect">
            <a:avLst/>
          </a:prstGeom>
          <a:noFill/>
          <a:ln>
            <a:solidFill>
              <a:schemeClr val="bg2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C278BAD6-9B31-B513-7529-E4E6038DCCA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6209" y="10057604"/>
            <a:ext cx="4229641" cy="1337914"/>
          </a:xfrm>
        </p:spPr>
        <p:txBody>
          <a:bodyPr>
            <a:normAutofit/>
          </a:bodyPr>
          <a:lstStyle>
            <a:lvl1pPr algn="ctr">
              <a:defRPr sz="2800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 dirty="0"/>
              <a:t>Name of the </a:t>
            </a:r>
            <a:r>
              <a:rPr lang="fr-FR" dirty="0" err="1"/>
              <a:t>company</a:t>
            </a:r>
            <a:endParaRPr lang="fr-FR" dirty="0"/>
          </a:p>
        </p:txBody>
      </p:sp>
      <p:sp>
        <p:nvSpPr>
          <p:cNvPr id="23" name="Espace réservé pour une image  7">
            <a:extLst>
              <a:ext uri="{FF2B5EF4-FFF2-40B4-BE49-F238E27FC236}">
                <a16:creationId xmlns:a16="http://schemas.microsoft.com/office/drawing/2014/main" id="{C31AC34B-5D92-1222-FC3C-182699706D1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951368" y="4265903"/>
            <a:ext cx="3070023" cy="3068524"/>
          </a:xfrm>
          <a:prstGeom prst="ellipse">
            <a:avLst/>
          </a:prstGeom>
          <a:ln w="88900"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>
            <a:lvl1pPr algn="ctr">
              <a:defRPr sz="1800"/>
            </a:lvl1pPr>
          </a:lstStyle>
          <a:p>
            <a:endParaRPr lang="en-US" dirty="0"/>
          </a:p>
        </p:txBody>
      </p:sp>
      <p:sp>
        <p:nvSpPr>
          <p:cNvPr id="24" name="Espace réservé du texte 9">
            <a:extLst>
              <a:ext uri="{FF2B5EF4-FFF2-40B4-BE49-F238E27FC236}">
                <a16:creationId xmlns:a16="http://schemas.microsoft.com/office/drawing/2014/main" id="{CEDD0D97-F82C-CE9B-11A1-422A960B012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1559" y="7504184"/>
            <a:ext cx="4229641" cy="1017232"/>
          </a:xfrm>
        </p:spPr>
        <p:txBody>
          <a:bodyPr anchor="ctr" anchorCtr="0">
            <a:normAutofit/>
          </a:bodyPr>
          <a:lstStyle>
            <a:lvl1pPr algn="ctr">
              <a:defRPr sz="3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fr-FR" dirty="0"/>
              <a:t>Name </a:t>
            </a:r>
            <a:r>
              <a:rPr lang="fr-FR" dirty="0" err="1"/>
              <a:t>Surname</a:t>
            </a:r>
            <a:endParaRPr lang="en-US" dirty="0"/>
          </a:p>
        </p:txBody>
      </p:sp>
      <p:sp>
        <p:nvSpPr>
          <p:cNvPr id="25" name="Espace réservé du texte 12">
            <a:extLst>
              <a:ext uri="{FF2B5EF4-FFF2-40B4-BE49-F238E27FC236}">
                <a16:creationId xmlns:a16="http://schemas.microsoft.com/office/drawing/2014/main" id="{B49AC1DB-7774-E13B-50F5-5D1ECFA6C0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71559" y="8620553"/>
            <a:ext cx="4229641" cy="1337914"/>
          </a:xfrm>
        </p:spPr>
        <p:txBody>
          <a:bodyPr>
            <a:normAutofit/>
          </a:bodyPr>
          <a:lstStyle>
            <a:lvl1pPr algn="ctr"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26" name="Espace réservé du texte 12">
            <a:extLst>
              <a:ext uri="{FF2B5EF4-FFF2-40B4-BE49-F238E27FC236}">
                <a16:creationId xmlns:a16="http://schemas.microsoft.com/office/drawing/2014/main" id="{17B19114-BC3F-0AE7-64AD-0DBAD42345D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71559" y="10057604"/>
            <a:ext cx="4229641" cy="1337914"/>
          </a:xfrm>
        </p:spPr>
        <p:txBody>
          <a:bodyPr>
            <a:normAutofit/>
          </a:bodyPr>
          <a:lstStyle>
            <a:lvl1pPr algn="ctr">
              <a:defRPr sz="2800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 dirty="0"/>
              <a:t>Name of the </a:t>
            </a:r>
            <a:r>
              <a:rPr lang="fr-FR" dirty="0" err="1"/>
              <a:t>company</a:t>
            </a:r>
            <a:endParaRPr lang="fr-FR" dirty="0"/>
          </a:p>
        </p:txBody>
      </p:sp>
      <p:sp>
        <p:nvSpPr>
          <p:cNvPr id="27" name="Espace réservé pour une image  7">
            <a:extLst>
              <a:ext uri="{FF2B5EF4-FFF2-40B4-BE49-F238E27FC236}">
                <a16:creationId xmlns:a16="http://schemas.microsoft.com/office/drawing/2014/main" id="{0E3BA751-BC39-C2E4-CA1A-C1600783968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656718" y="4265903"/>
            <a:ext cx="3070023" cy="3068524"/>
          </a:xfrm>
          <a:prstGeom prst="ellipse">
            <a:avLst/>
          </a:prstGeom>
          <a:ln w="88900"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>
            <a:lvl1pPr algn="ctr">
              <a:defRPr sz="1800"/>
            </a:lvl1pPr>
          </a:lstStyle>
          <a:p>
            <a:endParaRPr lang="en-US" dirty="0"/>
          </a:p>
        </p:txBody>
      </p:sp>
      <p:sp>
        <p:nvSpPr>
          <p:cNvPr id="28" name="Espace réservé du texte 9">
            <a:extLst>
              <a:ext uri="{FF2B5EF4-FFF2-40B4-BE49-F238E27FC236}">
                <a16:creationId xmlns:a16="http://schemas.microsoft.com/office/drawing/2014/main" id="{7FBBBE78-CCD7-C00F-4EA4-FC4395D1BA5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076909" y="7504184"/>
            <a:ext cx="4229641" cy="1017232"/>
          </a:xfrm>
        </p:spPr>
        <p:txBody>
          <a:bodyPr anchor="ctr" anchorCtr="0">
            <a:normAutofit/>
          </a:bodyPr>
          <a:lstStyle>
            <a:lvl1pPr algn="ctr">
              <a:defRPr sz="3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fr-FR" dirty="0"/>
              <a:t>Name </a:t>
            </a:r>
            <a:r>
              <a:rPr lang="fr-FR" dirty="0" err="1"/>
              <a:t>Surname</a:t>
            </a:r>
            <a:endParaRPr lang="en-US" dirty="0"/>
          </a:p>
        </p:txBody>
      </p:sp>
      <p:sp>
        <p:nvSpPr>
          <p:cNvPr id="29" name="Espace réservé du texte 12">
            <a:extLst>
              <a:ext uri="{FF2B5EF4-FFF2-40B4-BE49-F238E27FC236}">
                <a16:creationId xmlns:a16="http://schemas.microsoft.com/office/drawing/2014/main" id="{C298E8C5-00B0-C236-B80E-4F4ADD8DA3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076909" y="8620553"/>
            <a:ext cx="4229641" cy="1337914"/>
          </a:xfrm>
        </p:spPr>
        <p:txBody>
          <a:bodyPr>
            <a:normAutofit/>
          </a:bodyPr>
          <a:lstStyle>
            <a:lvl1pPr algn="ctr"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30" name="Espace réservé du texte 12">
            <a:extLst>
              <a:ext uri="{FF2B5EF4-FFF2-40B4-BE49-F238E27FC236}">
                <a16:creationId xmlns:a16="http://schemas.microsoft.com/office/drawing/2014/main" id="{3F1AFC0E-F7C2-1AB9-544A-4F5B6FD8B54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76909" y="10057604"/>
            <a:ext cx="4229641" cy="1337914"/>
          </a:xfrm>
        </p:spPr>
        <p:txBody>
          <a:bodyPr>
            <a:normAutofit/>
          </a:bodyPr>
          <a:lstStyle>
            <a:lvl1pPr algn="ctr">
              <a:defRPr sz="2800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 dirty="0"/>
              <a:t>Name of the </a:t>
            </a:r>
            <a:r>
              <a:rPr lang="fr-FR" dirty="0" err="1"/>
              <a:t>company</a:t>
            </a:r>
            <a:endParaRPr lang="fr-FR" dirty="0"/>
          </a:p>
        </p:txBody>
      </p:sp>
      <p:sp>
        <p:nvSpPr>
          <p:cNvPr id="31" name="Espace réservé pour une image  7">
            <a:extLst>
              <a:ext uri="{FF2B5EF4-FFF2-40B4-BE49-F238E27FC236}">
                <a16:creationId xmlns:a16="http://schemas.microsoft.com/office/drawing/2014/main" id="{7AC163D6-DB68-6BFC-673E-17D620F5D51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5362068" y="4265903"/>
            <a:ext cx="3070023" cy="3068524"/>
          </a:xfrm>
          <a:prstGeom prst="ellipse">
            <a:avLst/>
          </a:prstGeom>
          <a:ln w="88900"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>
            <a:lvl1pPr algn="ctr">
              <a:defRPr sz="1800"/>
            </a:lvl1pPr>
          </a:lstStyle>
          <a:p>
            <a:endParaRPr lang="en-US" dirty="0"/>
          </a:p>
        </p:txBody>
      </p:sp>
      <p:sp>
        <p:nvSpPr>
          <p:cNvPr id="32" name="Espace réservé du texte 9">
            <a:extLst>
              <a:ext uri="{FF2B5EF4-FFF2-40B4-BE49-F238E27FC236}">
                <a16:creationId xmlns:a16="http://schemas.microsoft.com/office/drawing/2014/main" id="{306FA231-CCE5-83DD-1A19-6101FA7043A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782259" y="7504184"/>
            <a:ext cx="4229641" cy="1017232"/>
          </a:xfrm>
        </p:spPr>
        <p:txBody>
          <a:bodyPr anchor="ctr" anchorCtr="0">
            <a:normAutofit/>
          </a:bodyPr>
          <a:lstStyle>
            <a:lvl1pPr algn="ctr">
              <a:defRPr sz="3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fr-FR" dirty="0"/>
              <a:t>Name </a:t>
            </a:r>
            <a:r>
              <a:rPr lang="fr-FR" dirty="0" err="1"/>
              <a:t>Surname</a:t>
            </a:r>
            <a:endParaRPr lang="en-US" dirty="0"/>
          </a:p>
        </p:txBody>
      </p:sp>
      <p:sp>
        <p:nvSpPr>
          <p:cNvPr id="33" name="Espace réservé du texte 12">
            <a:extLst>
              <a:ext uri="{FF2B5EF4-FFF2-40B4-BE49-F238E27FC236}">
                <a16:creationId xmlns:a16="http://schemas.microsoft.com/office/drawing/2014/main" id="{9CF3AF91-D183-57AE-4886-ABAC2C7EA88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4782259" y="8620553"/>
            <a:ext cx="4229641" cy="1337914"/>
          </a:xfrm>
        </p:spPr>
        <p:txBody>
          <a:bodyPr>
            <a:normAutofit/>
          </a:bodyPr>
          <a:lstStyle>
            <a:lvl1pPr algn="ctr"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34" name="Espace réservé du texte 12">
            <a:extLst>
              <a:ext uri="{FF2B5EF4-FFF2-40B4-BE49-F238E27FC236}">
                <a16:creationId xmlns:a16="http://schemas.microsoft.com/office/drawing/2014/main" id="{A738B418-720B-43DE-8AF3-9ABAD4A79A0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4782259" y="10057604"/>
            <a:ext cx="4229641" cy="1337914"/>
          </a:xfrm>
        </p:spPr>
        <p:txBody>
          <a:bodyPr>
            <a:normAutofit/>
          </a:bodyPr>
          <a:lstStyle>
            <a:lvl1pPr algn="ctr">
              <a:defRPr sz="2800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 dirty="0"/>
              <a:t>Name of the </a:t>
            </a:r>
            <a:r>
              <a:rPr lang="fr-FR" dirty="0" err="1"/>
              <a:t>company</a:t>
            </a:r>
            <a:endParaRPr lang="fr-FR" dirty="0"/>
          </a:p>
        </p:txBody>
      </p:sp>
      <p:sp>
        <p:nvSpPr>
          <p:cNvPr id="40" name="Espace réservé pour une image  7">
            <a:extLst>
              <a:ext uri="{FF2B5EF4-FFF2-40B4-BE49-F238E27FC236}">
                <a16:creationId xmlns:a16="http://schemas.microsoft.com/office/drawing/2014/main" id="{72877B10-E200-3012-E62E-E0F3D34984C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20067418" y="4265903"/>
            <a:ext cx="3070023" cy="3068524"/>
          </a:xfrm>
          <a:prstGeom prst="ellipse">
            <a:avLst/>
          </a:prstGeom>
          <a:ln w="88900"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>
            <a:lvl1pPr algn="ctr">
              <a:defRPr sz="1800"/>
            </a:lvl1pPr>
          </a:lstStyle>
          <a:p>
            <a:endParaRPr lang="en-US" dirty="0"/>
          </a:p>
        </p:txBody>
      </p:sp>
      <p:sp>
        <p:nvSpPr>
          <p:cNvPr id="41" name="Espace réservé du texte 9">
            <a:extLst>
              <a:ext uri="{FF2B5EF4-FFF2-40B4-BE49-F238E27FC236}">
                <a16:creationId xmlns:a16="http://schemas.microsoft.com/office/drawing/2014/main" id="{55129018-A1EA-44F0-5352-BBF441CC1CC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487609" y="7504184"/>
            <a:ext cx="4229641" cy="1017232"/>
          </a:xfrm>
        </p:spPr>
        <p:txBody>
          <a:bodyPr anchor="ctr" anchorCtr="0">
            <a:normAutofit/>
          </a:bodyPr>
          <a:lstStyle>
            <a:lvl1pPr algn="ctr">
              <a:defRPr sz="3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fr-FR" dirty="0"/>
              <a:t>Name </a:t>
            </a:r>
            <a:r>
              <a:rPr lang="fr-FR" dirty="0" err="1"/>
              <a:t>Surname</a:t>
            </a:r>
            <a:endParaRPr lang="en-US" dirty="0"/>
          </a:p>
        </p:txBody>
      </p:sp>
      <p:sp>
        <p:nvSpPr>
          <p:cNvPr id="42" name="Espace réservé du texte 12">
            <a:extLst>
              <a:ext uri="{FF2B5EF4-FFF2-40B4-BE49-F238E27FC236}">
                <a16:creationId xmlns:a16="http://schemas.microsoft.com/office/drawing/2014/main" id="{9F737CD6-EEA6-84F6-4527-DB36D2BA827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487609" y="8620553"/>
            <a:ext cx="4229641" cy="1337914"/>
          </a:xfrm>
        </p:spPr>
        <p:txBody>
          <a:bodyPr>
            <a:normAutofit/>
          </a:bodyPr>
          <a:lstStyle>
            <a:lvl1pPr algn="ctr"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43" name="Espace réservé du texte 12">
            <a:extLst>
              <a:ext uri="{FF2B5EF4-FFF2-40B4-BE49-F238E27FC236}">
                <a16:creationId xmlns:a16="http://schemas.microsoft.com/office/drawing/2014/main" id="{FB98518B-25C6-FC2E-57C9-59BB3DDBBEA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487609" y="10057604"/>
            <a:ext cx="4229641" cy="1337914"/>
          </a:xfrm>
        </p:spPr>
        <p:txBody>
          <a:bodyPr>
            <a:normAutofit/>
          </a:bodyPr>
          <a:lstStyle>
            <a:lvl1pPr algn="ctr">
              <a:defRPr sz="2800">
                <a:solidFill>
                  <a:schemeClr val="accent3"/>
                </a:solidFill>
              </a:defRPr>
            </a:lvl1pPr>
          </a:lstStyle>
          <a:p>
            <a:pPr lvl="0"/>
            <a:r>
              <a:rPr lang="fr-FR" dirty="0"/>
              <a:t>Name of the </a:t>
            </a:r>
            <a:r>
              <a:rPr lang="fr-FR" dirty="0" err="1"/>
              <a:t>company</a:t>
            </a:r>
            <a:endParaRPr lang="fr-FR" dirty="0"/>
          </a:p>
        </p:txBody>
      </p:sp>
      <p:pic>
        <p:nvPicPr>
          <p:cNvPr id="3" name="Image 4">
            <a:extLst>
              <a:ext uri="{FF2B5EF4-FFF2-40B4-BE49-F238E27FC236}">
                <a16:creationId xmlns:a16="http://schemas.microsoft.com/office/drawing/2014/main" id="{9B0B0A1B-ECDF-8730-562D-2D47A31142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118443" y="349826"/>
            <a:ext cx="1021914" cy="50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106633"/>
      </p:ext>
    </p:extLst>
  </p:cSld>
  <p:clrMapOvr>
    <a:masterClrMapping/>
  </p:clrMapOvr>
  <p:transition advClick="0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IC_Graphic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666463-6671-4230-A7DC-07839DED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BEA4F27-917F-250F-9A23-958ED843E4B1}"/>
              </a:ext>
            </a:extLst>
          </p:cNvPr>
          <p:cNvSpPr txBox="1"/>
          <p:nvPr userDrawn="1"/>
        </p:nvSpPr>
        <p:spPr>
          <a:xfrm>
            <a:off x="23359401" y="12748079"/>
            <a:ext cx="5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64D3193-92C9-4A44-AB5F-09A26B585862}" type="slidenum">
              <a:rPr lang="en-US" sz="1400" smtClean="0">
                <a:solidFill>
                  <a:srgbClr val="7A888C">
                    <a:alpha val="50000"/>
                  </a:srgbClr>
                </a:solidFill>
              </a:rPr>
              <a:pPr algn="ctr"/>
              <a:t>‹N°›</a:t>
            </a:fld>
            <a:endParaRPr lang="en-US" sz="3600" dirty="0">
              <a:solidFill>
                <a:srgbClr val="7A888C">
                  <a:alpha val="50000"/>
                </a:srgb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0E015E-A7F9-5C70-6E67-43BFBFD0925B}"/>
              </a:ext>
            </a:extLst>
          </p:cNvPr>
          <p:cNvSpPr>
            <a:spLocks noChangeAspect="1"/>
          </p:cNvSpPr>
          <p:nvPr userDrawn="1"/>
        </p:nvSpPr>
        <p:spPr>
          <a:xfrm>
            <a:off x="23395400" y="12667965"/>
            <a:ext cx="468000" cy="468000"/>
          </a:xfrm>
          <a:prstGeom prst="rect">
            <a:avLst/>
          </a:prstGeom>
          <a:noFill/>
          <a:ln>
            <a:solidFill>
              <a:srgbClr val="7A888C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pic>
        <p:nvPicPr>
          <p:cNvPr id="3" name="Image 4">
            <a:extLst>
              <a:ext uri="{FF2B5EF4-FFF2-40B4-BE49-F238E27FC236}">
                <a16:creationId xmlns:a16="http://schemas.microsoft.com/office/drawing/2014/main" id="{B1C6FB0C-93EF-07E1-1F89-FE8077479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118443" y="349826"/>
            <a:ext cx="1021914" cy="50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696299"/>
      </p:ext>
    </p:extLst>
  </p:cSld>
  <p:clrMapOvr>
    <a:masterClrMapping/>
  </p:clrMapOvr>
  <p:transition advClick="0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IC_Graphic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4C04EAD-D455-6D33-40CD-B7590262D03C}"/>
              </a:ext>
            </a:extLst>
          </p:cNvPr>
          <p:cNvSpPr/>
          <p:nvPr userDrawn="1"/>
        </p:nvSpPr>
        <p:spPr>
          <a:xfrm>
            <a:off x="0" y="2296800"/>
            <a:ext cx="24377650" cy="11310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5666463-6671-4230-A7DC-07839DED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BEA4F27-917F-250F-9A23-958ED843E4B1}"/>
              </a:ext>
            </a:extLst>
          </p:cNvPr>
          <p:cNvSpPr txBox="1"/>
          <p:nvPr userDrawn="1"/>
        </p:nvSpPr>
        <p:spPr>
          <a:xfrm>
            <a:off x="23359401" y="12748079"/>
            <a:ext cx="5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64D3193-92C9-4A44-AB5F-09A26B585862}" type="slidenum">
              <a:rPr lang="en-US" sz="1400" smtClean="0">
                <a:solidFill>
                  <a:srgbClr val="7A888C">
                    <a:alpha val="50000"/>
                  </a:srgbClr>
                </a:solidFill>
              </a:rPr>
              <a:pPr algn="ctr"/>
              <a:t>‹N°›</a:t>
            </a:fld>
            <a:endParaRPr lang="en-US" sz="3600" dirty="0">
              <a:solidFill>
                <a:srgbClr val="7A888C">
                  <a:alpha val="50000"/>
                </a:srgb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0E015E-A7F9-5C70-6E67-43BFBFD0925B}"/>
              </a:ext>
            </a:extLst>
          </p:cNvPr>
          <p:cNvSpPr>
            <a:spLocks noChangeAspect="1"/>
          </p:cNvSpPr>
          <p:nvPr userDrawn="1"/>
        </p:nvSpPr>
        <p:spPr>
          <a:xfrm>
            <a:off x="23395400" y="12667965"/>
            <a:ext cx="468000" cy="468000"/>
          </a:xfrm>
          <a:prstGeom prst="rect">
            <a:avLst/>
          </a:prstGeom>
          <a:noFill/>
          <a:ln>
            <a:solidFill>
              <a:srgbClr val="7A888C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pic>
        <p:nvPicPr>
          <p:cNvPr id="3" name="Image 4">
            <a:extLst>
              <a:ext uri="{FF2B5EF4-FFF2-40B4-BE49-F238E27FC236}">
                <a16:creationId xmlns:a16="http://schemas.microsoft.com/office/drawing/2014/main" id="{77847DC9-706D-730D-98A4-3C04B73F4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118443" y="349826"/>
            <a:ext cx="1021914" cy="50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854372"/>
      </p:ext>
    </p:extLst>
  </p:cSld>
  <p:clrMapOvr>
    <a:masterClrMapping/>
  </p:clrMapOvr>
  <p:transition advClick="0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IC_Graphics dark">
    <p:bg>
      <p:bgPr>
        <a:solidFill>
          <a:srgbClr val="4E57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E1AAB7-840D-442D-B824-58EE45EA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24A217E-FF97-920B-2F55-F4544517E1A4}"/>
              </a:ext>
            </a:extLst>
          </p:cNvPr>
          <p:cNvSpPr txBox="1"/>
          <p:nvPr userDrawn="1"/>
        </p:nvSpPr>
        <p:spPr>
          <a:xfrm>
            <a:off x="23359401" y="12748079"/>
            <a:ext cx="5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64D3193-92C9-4A44-AB5F-09A26B585862}" type="slidenum">
              <a:rPr lang="en-US" sz="1400" smtClean="0">
                <a:solidFill>
                  <a:srgbClr val="7A888C"/>
                </a:solidFill>
              </a:rPr>
              <a:pPr algn="ctr"/>
              <a:t>‹N°›</a:t>
            </a:fld>
            <a:endParaRPr lang="en-US" sz="3600" dirty="0">
              <a:solidFill>
                <a:srgbClr val="7A888C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25F8AD-F2DF-4293-DCC7-B0AFA1CDD7E4}"/>
              </a:ext>
            </a:extLst>
          </p:cNvPr>
          <p:cNvSpPr>
            <a:spLocks noChangeAspect="1"/>
          </p:cNvSpPr>
          <p:nvPr userDrawn="1"/>
        </p:nvSpPr>
        <p:spPr>
          <a:xfrm>
            <a:off x="23395400" y="12667965"/>
            <a:ext cx="468000" cy="468000"/>
          </a:xfrm>
          <a:prstGeom prst="rect">
            <a:avLst/>
          </a:prstGeom>
          <a:noFill/>
          <a:ln>
            <a:solidFill>
              <a:srgbClr val="7A88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pic>
        <p:nvPicPr>
          <p:cNvPr id="3" name="Image 4">
            <a:extLst>
              <a:ext uri="{FF2B5EF4-FFF2-40B4-BE49-F238E27FC236}">
                <a16:creationId xmlns:a16="http://schemas.microsoft.com/office/drawing/2014/main" id="{6DBDD073-BAB2-D638-05AB-5ACF878EEA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118443" y="349826"/>
            <a:ext cx="1021914" cy="50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41184"/>
      </p:ext>
    </p:extLst>
  </p:cSld>
  <p:clrMapOvr>
    <a:masterClrMapping/>
  </p:clrMapOvr>
  <p:transition advClick="0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IC_Graphics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92CA55-560F-4F34-9E56-F8A6162E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5BCD6A6-3C0B-CCAF-5FE9-38283E38FCB9}"/>
              </a:ext>
            </a:extLst>
          </p:cNvPr>
          <p:cNvSpPr txBox="1"/>
          <p:nvPr userDrawn="1"/>
        </p:nvSpPr>
        <p:spPr>
          <a:xfrm>
            <a:off x="23359401" y="12748079"/>
            <a:ext cx="5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64D3193-92C9-4A44-AB5F-09A26B585862}" type="slidenum">
              <a:rPr lang="en-US" sz="1400" smtClean="0">
                <a:solidFill>
                  <a:schemeClr val="bg2">
                    <a:alpha val="50000"/>
                  </a:schemeClr>
                </a:solidFill>
              </a:rPr>
              <a:pPr algn="ctr"/>
              <a:t>‹N°›</a:t>
            </a:fld>
            <a:endParaRPr lang="en-US" sz="3600" dirty="0">
              <a:solidFill>
                <a:schemeClr val="bg2">
                  <a:alpha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6048CC-AE79-099A-5A85-1BF1EF52028B}"/>
              </a:ext>
            </a:extLst>
          </p:cNvPr>
          <p:cNvSpPr>
            <a:spLocks noChangeAspect="1"/>
          </p:cNvSpPr>
          <p:nvPr userDrawn="1"/>
        </p:nvSpPr>
        <p:spPr>
          <a:xfrm>
            <a:off x="23395400" y="12667965"/>
            <a:ext cx="468000" cy="468000"/>
          </a:xfrm>
          <a:prstGeom prst="rect">
            <a:avLst/>
          </a:prstGeom>
          <a:noFill/>
          <a:ln>
            <a:solidFill>
              <a:schemeClr val="bg2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pic>
        <p:nvPicPr>
          <p:cNvPr id="3" name="Image 4">
            <a:extLst>
              <a:ext uri="{FF2B5EF4-FFF2-40B4-BE49-F238E27FC236}">
                <a16:creationId xmlns:a16="http://schemas.microsoft.com/office/drawing/2014/main" id="{12B7D1D5-A32F-55BC-F0F7-085B637AB7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3118995" y="350098"/>
            <a:ext cx="1020809" cy="50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40770"/>
      </p:ext>
    </p:extLst>
  </p:cSld>
  <p:clrMapOvr>
    <a:masterClrMapping/>
  </p:clrMapOvr>
  <p:transition advClick="0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IC_Titl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738BEE-98E3-4E81-8801-E470E5F46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4297047"/>
            <a:ext cx="21024850" cy="5121906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7998"/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542884866"/>
      </p:ext>
    </p:extLst>
  </p:cSld>
  <p:clrMapOvr>
    <a:masterClrMapping/>
  </p:clrMapOvr>
  <p:transition advClick="0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IC_Title dark">
    <p:bg>
      <p:bgPr>
        <a:solidFill>
          <a:srgbClr val="4E57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01177F-493D-4106-ACA0-B515EAD0D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4297047"/>
            <a:ext cx="21024850" cy="5121906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7998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647714378"/>
      </p:ext>
    </p:extLst>
  </p:cSld>
  <p:clrMapOvr>
    <a:masterClrMapping/>
  </p:clrMapOvr>
  <p:transition advClick="0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IC_Title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01177F-493D-4106-ACA0-B515EAD0D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4297047"/>
            <a:ext cx="21024850" cy="5121906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7998">
                <a:solidFill>
                  <a:schemeClr val="bg2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05682519"/>
      </p:ext>
    </p:extLst>
  </p:cSld>
  <p:clrMapOvr>
    <a:masterClrMapping/>
  </p:clrMapOvr>
  <p:transition advClick="0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tim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 descr="Thé avec un remplissage uni">
            <a:extLst>
              <a:ext uri="{FF2B5EF4-FFF2-40B4-BE49-F238E27FC236}">
                <a16:creationId xmlns:a16="http://schemas.microsoft.com/office/drawing/2014/main" id="{A50ABE1B-BC52-13FD-6B44-F0FC75DA9E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2706" y="7062281"/>
            <a:ext cx="3132238" cy="313223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1CFD933-A567-CD16-CF3B-8CFC223B6373}"/>
              </a:ext>
            </a:extLst>
          </p:cNvPr>
          <p:cNvSpPr txBox="1"/>
          <p:nvPr userDrawn="1"/>
        </p:nvSpPr>
        <p:spPr>
          <a:xfrm>
            <a:off x="6038747" y="4703201"/>
            <a:ext cx="1230015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3800" dirty="0">
                <a:solidFill>
                  <a:schemeClr val="bg2"/>
                </a:solidFill>
                <a:latin typeface="+mj-lt"/>
              </a:rPr>
              <a:t>Break time</a:t>
            </a:r>
            <a:endParaRPr lang="en-US" sz="138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41080068"/>
      </p:ext>
    </p:extLst>
  </p:cSld>
  <p:clrMapOvr>
    <a:masterClrMapping/>
  </p:clrMapOvr>
  <p:transition advClick="0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IC_No Number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245781"/>
      </p:ext>
    </p:extLst>
  </p:cSld>
  <p:clrMapOvr>
    <a:masterClrMapping/>
  </p:clrMapOvr>
  <p:transition advClick="0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IC_No Numbers dark">
    <p:bg>
      <p:bgPr>
        <a:solidFill>
          <a:srgbClr val="4E57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236011"/>
      </p:ext>
    </p:extLst>
  </p:cSld>
  <p:clrMapOvr>
    <a:masterClrMapping/>
  </p:clrMapOvr>
  <p:transition advClick="0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IC_No Numbers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696234"/>
      </p:ext>
    </p:extLst>
  </p:cSld>
  <p:clrMapOvr>
    <a:masterClrMapping/>
  </p:clrMapOvr>
  <p:transition advClick="0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IC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98731E9-FBC6-9185-631F-DBDCAB98D4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8967852" y="665238"/>
            <a:ext cx="4693386" cy="2068272"/>
          </a:xfrm>
          <a:prstGeom prst="rect">
            <a:avLst/>
          </a:prstGeom>
        </p:spPr>
      </p:pic>
      <p:grpSp>
        <p:nvGrpSpPr>
          <p:cNvPr id="11" name="Groupe 10">
            <a:extLst>
              <a:ext uri="{FF2B5EF4-FFF2-40B4-BE49-F238E27FC236}">
                <a16:creationId xmlns:a16="http://schemas.microsoft.com/office/drawing/2014/main" id="{3EB90DE9-4D03-A74B-3C98-872F66CEACDB}"/>
              </a:ext>
            </a:extLst>
          </p:cNvPr>
          <p:cNvGrpSpPr/>
          <p:nvPr userDrawn="1"/>
        </p:nvGrpSpPr>
        <p:grpSpPr>
          <a:xfrm>
            <a:off x="1638573" y="12125897"/>
            <a:ext cx="11289095" cy="711702"/>
            <a:chOff x="819500" y="6018689"/>
            <a:chExt cx="5646018" cy="355851"/>
          </a:xfrm>
        </p:grpSpPr>
        <p:sp>
          <p:nvSpPr>
            <p:cNvPr id="5" name="TextBox 54">
              <a:extLst>
                <a:ext uri="{FF2B5EF4-FFF2-40B4-BE49-F238E27FC236}">
                  <a16:creationId xmlns:a16="http://schemas.microsoft.com/office/drawing/2014/main" id="{E73F68BC-BCAC-47AE-A886-44CAF3287D95}"/>
                </a:ext>
              </a:extLst>
            </p:cNvPr>
            <p:cNvSpPr txBox="1"/>
            <p:nvPr/>
          </p:nvSpPr>
          <p:spPr>
            <a:xfrm>
              <a:off x="819500" y="6046791"/>
              <a:ext cx="5646018" cy="292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3199" b="1" dirty="0">
                  <a:solidFill>
                    <a:srgbClr val="575756"/>
                  </a:solidFill>
                  <a:latin typeface="+mn-lt"/>
                  <a:cs typeface="Raleway"/>
                </a:rPr>
                <a:t>Stay in touch with UIC: </a:t>
              </a:r>
            </a:p>
          </p:txBody>
        </p:sp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28BC1549-27D9-4D27-82A1-0B3A1CD8503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59" t="24073" r="7264" b="24073"/>
            <a:stretch/>
          </p:blipFill>
          <p:spPr>
            <a:xfrm>
              <a:off x="3185319" y="6018689"/>
              <a:ext cx="1859756" cy="355851"/>
            </a:xfrm>
            <a:prstGeom prst="rect">
              <a:avLst/>
            </a:prstGeom>
          </p:spPr>
        </p:pic>
        <p:sp>
          <p:nvSpPr>
            <p:cNvPr id="4" name="TextBox 54">
              <a:extLst>
                <a:ext uri="{FF2B5EF4-FFF2-40B4-BE49-F238E27FC236}">
                  <a16:creationId xmlns:a16="http://schemas.microsoft.com/office/drawing/2014/main" id="{BADF9AA1-730E-6A0D-1960-93146265F87A}"/>
                </a:ext>
              </a:extLst>
            </p:cNvPr>
            <p:cNvSpPr txBox="1"/>
            <p:nvPr userDrawn="1"/>
          </p:nvSpPr>
          <p:spPr>
            <a:xfrm>
              <a:off x="5059684" y="6046791"/>
              <a:ext cx="1237977" cy="292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3199" b="1" dirty="0">
                  <a:solidFill>
                    <a:schemeClr val="tx2"/>
                  </a:solidFill>
                  <a:latin typeface="+mn-lt"/>
                  <a:cs typeface="Raleway"/>
                </a:rPr>
                <a:t>#UICrail</a:t>
              </a:r>
            </a:p>
          </p:txBody>
        </p:sp>
      </p:grpSp>
      <p:sp>
        <p:nvSpPr>
          <p:cNvPr id="6" name="AutoShape 5">
            <a:extLst>
              <a:ext uri="{FF2B5EF4-FFF2-40B4-BE49-F238E27FC236}">
                <a16:creationId xmlns:a16="http://schemas.microsoft.com/office/drawing/2014/main" id="{03C81352-0069-4FFC-B00E-292D35DA23DA}"/>
              </a:ext>
            </a:extLst>
          </p:cNvPr>
          <p:cNvSpPr>
            <a:spLocks/>
          </p:cNvSpPr>
          <p:nvPr/>
        </p:nvSpPr>
        <p:spPr bwMode="auto">
          <a:xfrm>
            <a:off x="1638573" y="5964248"/>
            <a:ext cx="17135812" cy="15867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763" tIns="50763" rIns="50763" bIns="50763" anchor="ctr"/>
          <a:lstStyle/>
          <a:p>
            <a:pPr algn="l">
              <a:defRPr/>
            </a:pPr>
            <a:r>
              <a:rPr lang="en-US" sz="11497" b="1" dirty="0">
                <a:solidFill>
                  <a:schemeClr val="tx2"/>
                </a:solidFill>
                <a:latin typeface="Arial Black" panose="020B0A04020102020204" pitchFamily="34" charset="0"/>
                <a:cs typeface="Raleway"/>
              </a:rPr>
              <a:t>Thank you</a:t>
            </a:r>
          </a:p>
          <a:p>
            <a:pPr algn="l">
              <a:defRPr/>
            </a:pPr>
            <a:r>
              <a:rPr lang="en-US" sz="11497" b="1" dirty="0">
                <a:solidFill>
                  <a:schemeClr val="tx1"/>
                </a:solidFill>
                <a:latin typeface="Arial Black" panose="020B0A04020102020204" pitchFamily="34" charset="0"/>
                <a:cs typeface="Raleway"/>
              </a:rPr>
              <a:t>for your attention</a:t>
            </a:r>
            <a:endParaRPr lang="es-ES" sz="11497" dirty="0">
              <a:solidFill>
                <a:schemeClr val="tx1"/>
              </a:solidFill>
              <a:latin typeface="Arial Black" panose="020B0A04020102020204" pitchFamily="34" charset="0"/>
              <a:cs typeface="Raleway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CF8623-2745-2D47-F69A-704540CD5EAF}"/>
              </a:ext>
            </a:extLst>
          </p:cNvPr>
          <p:cNvSpPr/>
          <p:nvPr userDrawn="1"/>
        </p:nvSpPr>
        <p:spPr>
          <a:xfrm>
            <a:off x="0" y="5376270"/>
            <a:ext cx="622570" cy="27626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99"/>
          </a:p>
        </p:txBody>
      </p:sp>
      <p:pic>
        <p:nvPicPr>
          <p:cNvPr id="10" name="Image 9" descr="Une image contenant texte, capture d’écran, Graphique, motif&#10;&#10;Description générée automatiquement">
            <a:extLst>
              <a:ext uri="{FF2B5EF4-FFF2-40B4-BE49-F238E27FC236}">
                <a16:creationId xmlns:a16="http://schemas.microsoft.com/office/drawing/2014/main" id="{BE849F99-0D4E-AAC2-E596-6C1A48868F0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6479" y="11393829"/>
            <a:ext cx="1482292" cy="148267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74A22AD-25E1-4ECA-E27E-C11DD498DF6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7422758" y="11395907"/>
            <a:ext cx="1482292" cy="148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970920"/>
      </p:ext>
    </p:extLst>
  </p:cSld>
  <p:clrMapOvr>
    <a:masterClrMapping/>
  </p:clrMapOvr>
  <p:transition advClick="0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7F64891-1A32-4E16-AC05-917B5EA27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4" y="730257"/>
            <a:ext cx="21024850" cy="1547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 err="1"/>
              <a:t>Modifiez</a:t>
            </a:r>
            <a:r>
              <a:rPr lang="en-GB" noProof="0" dirty="0"/>
              <a:t>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380766-3B07-4F85-9A0B-CD08A6CBF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4" y="2743203"/>
            <a:ext cx="21024850" cy="9610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/>
              <a:t>Modifier les styles du </a:t>
            </a:r>
            <a:r>
              <a:rPr lang="en-GB" noProof="0" dirty="0" err="1"/>
              <a:t>texte</a:t>
            </a:r>
            <a:r>
              <a:rPr lang="en-GB" noProof="0" dirty="0"/>
              <a:t> du masque</a:t>
            </a:r>
          </a:p>
          <a:p>
            <a:pPr lvl="1"/>
            <a:r>
              <a:rPr lang="en-GB" noProof="0" dirty="0" err="1"/>
              <a:t>Deuxième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2"/>
            <a:r>
              <a:rPr lang="en-GB" noProof="0" dirty="0" err="1"/>
              <a:t>Troisième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3"/>
            <a:r>
              <a:rPr lang="en-GB" noProof="0" dirty="0" err="1"/>
              <a:t>Quatrième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4"/>
            <a:r>
              <a:rPr lang="en-GB" noProof="0" dirty="0" err="1"/>
              <a:t>Cinquième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E59F2E-B5EE-4420-862A-4322BA2CBC67}"/>
              </a:ext>
            </a:extLst>
          </p:cNvPr>
          <p:cNvSpPr/>
          <p:nvPr userDrawn="1"/>
        </p:nvSpPr>
        <p:spPr>
          <a:xfrm>
            <a:off x="0" y="13608000"/>
            <a:ext cx="24377650" cy="108000"/>
          </a:xfrm>
          <a:prstGeom prst="rect">
            <a:avLst/>
          </a:prstGeom>
          <a:gradFill flip="none" rotWithShape="1">
            <a:gsLst>
              <a:gs pos="32000">
                <a:schemeClr val="accent2"/>
              </a:gs>
              <a:gs pos="100000">
                <a:schemeClr val="accent1"/>
              </a:gs>
            </a:gsLst>
            <a:lin ang="108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88" tIns="121894" rIns="243788" bIns="121894" rtlCol="0" anchor="ctr"/>
          <a:lstStyle/>
          <a:p>
            <a:pPr algn="ctr"/>
            <a:endParaRPr lang="en-US" sz="3599"/>
          </a:p>
        </p:txBody>
      </p:sp>
    </p:spTree>
    <p:extLst>
      <p:ext uri="{BB962C8B-B14F-4D97-AF65-F5344CB8AC3E}">
        <p14:creationId xmlns:p14="http://schemas.microsoft.com/office/powerpoint/2010/main" val="2331798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59" r:id="rId2"/>
    <p:sldLayoutId id="2147483857" r:id="rId3"/>
    <p:sldLayoutId id="2147483827" r:id="rId4"/>
    <p:sldLayoutId id="2147483828" r:id="rId5"/>
    <p:sldLayoutId id="2147483840" r:id="rId6"/>
    <p:sldLayoutId id="2147483845" r:id="rId7"/>
    <p:sldLayoutId id="2147483849" r:id="rId8"/>
    <p:sldLayoutId id="2147483846" r:id="rId9"/>
    <p:sldLayoutId id="2147483844" r:id="rId10"/>
    <p:sldLayoutId id="2147483854" r:id="rId11"/>
    <p:sldLayoutId id="2147483855" r:id="rId12"/>
    <p:sldLayoutId id="2147483856" r:id="rId13"/>
    <p:sldLayoutId id="2147483852" r:id="rId14"/>
    <p:sldLayoutId id="2147483831" r:id="rId15"/>
    <p:sldLayoutId id="2147483839" r:id="rId16"/>
    <p:sldLayoutId id="2147483832" r:id="rId17"/>
    <p:sldLayoutId id="2147483841" r:id="rId18"/>
    <p:sldLayoutId id="2147483833" r:id="rId19"/>
    <p:sldLayoutId id="2147483834" r:id="rId20"/>
    <p:sldLayoutId id="2147483842" r:id="rId21"/>
    <p:sldLayoutId id="2147483853" r:id="rId22"/>
    <p:sldLayoutId id="2147483835" r:id="rId23"/>
    <p:sldLayoutId id="2147483836" r:id="rId24"/>
    <p:sldLayoutId id="2147483843" r:id="rId25"/>
    <p:sldLayoutId id="2147483858" r:id="rId26"/>
  </p:sldLayoutIdLst>
  <p:transition advClick="0">
    <p:fade/>
  </p:transition>
  <p:hf sldNum="0" hdr="0"/>
  <p:txStyles>
    <p:titleStyle>
      <a:lvl1pPr algn="l" defTabSz="1827914" rtl="0" eaLnBrk="1" latinLnBrk="0" hangingPunct="1">
        <a:lnSpc>
          <a:spcPct val="90000"/>
        </a:lnSpc>
        <a:spcBef>
          <a:spcPct val="0"/>
        </a:spcBef>
        <a:buNone/>
        <a:defRPr lang="en-US" sz="5998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0" indent="0" algn="l" defTabSz="182791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None/>
        <a:defRPr lang="en-US" sz="4800" kern="1200" dirty="0" smtClean="0">
          <a:solidFill>
            <a:schemeClr val="tx1"/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370938" indent="-456979" algn="l" defTabSz="1827914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SzPct val="80000"/>
        <a:buFont typeface="Wingdings 3" panose="05040102010807070707" pitchFamily="18" charset="2"/>
        <a:buChar char=""/>
        <a:defRPr lang="en-US" sz="4800" kern="1200" dirty="0" smtClean="0">
          <a:solidFill>
            <a:schemeClr val="tx1"/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2284893" indent="-456979" algn="l" defTabSz="1827914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Arial" panose="020B0604020202020204" pitchFamily="34" charset="0"/>
        <a:buChar char="-"/>
        <a:defRPr lang="en-US" sz="4800" kern="1200" dirty="0" smtClean="0">
          <a:solidFill>
            <a:schemeClr val="tx1"/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3198853" indent="-456979" algn="l" defTabSz="1827914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Wingdings" panose="05000000000000000000" pitchFamily="2" charset="2"/>
        <a:buChar char="§"/>
        <a:defRPr lang="en-US" sz="4800" kern="1200" dirty="0" smtClean="0">
          <a:solidFill>
            <a:schemeClr val="tx1"/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4112812" indent="-456979" algn="l" defTabSz="1827914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Courier New" panose="02070309020205020404" pitchFamily="49" charset="0"/>
        <a:buChar char="o"/>
        <a:defRPr lang="en-US" sz="4800" kern="1200" dirty="0">
          <a:solidFill>
            <a:schemeClr val="tx1"/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5026769" indent="-456979" algn="l" defTabSz="182791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0726" indent="-456979" algn="l" defTabSz="182791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4683" indent="-456979" algn="l" defTabSz="182791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68644" indent="-456979" algn="l" defTabSz="182791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7914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3959" algn="l" defTabSz="1827914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7914" algn="l" defTabSz="1827914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1874" algn="l" defTabSz="1827914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5831" algn="l" defTabSz="1827914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69791" algn="l" defTabSz="1827914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3747" algn="l" defTabSz="1827914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7705" algn="l" defTabSz="1827914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1663" algn="l" defTabSz="1827914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/>
              <a:t>OSCAR in a Nutshell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OSDM Conformance Automation Runner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2252960"/>
            <a:ext cx="1828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A4A4A"/>
                </a:solidFill>
              </a:rPr>
              <a:t>Overview · Release 2026.123 · server-v1.11.95 · OTST_V2.0.43 · coverage anchored on OSDM v3.8.0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 wrap="square"/>
          <a:lstStyle/>
          <a:p>
            <a:pPr/>
            <a:r>
              <a:rPr sz="2400"/>
              <a:t>1.  Solution architecture</a:t>
            </a:r>
          </a:p>
          <a:p>
            <a:pPr lvl="1"/>
            <a:r>
              <a:rPr sz="2200"/>
              <a:t>    OSCAR Web + Bruno engine + collection / library separation</a:t>
            </a:r>
          </a:p>
          <a:p>
            <a:pPr/>
            <a:r>
              <a:rPr sz="2400"/>
              <a:t>2.  Development framework</a:t>
            </a:r>
          </a:p>
          <a:p>
            <a:pPr lvl="1"/>
            <a:r>
              <a:rPr sz="2200"/>
              <a:t>    GitHub + SonarCloud + CodeQL + auto-versioning + Watchtower deploy</a:t>
            </a:r>
          </a:p>
          <a:p>
            <a:pPr/>
            <a:r>
              <a:rPr sz="2400"/>
              <a:t>3.  Test coverage capabilities (honest numbers)</a:t>
            </a:r>
          </a:p>
          <a:p>
            <a:pPr lvl="1"/>
            <a:r>
              <a:rPr sz="2200"/>
              <a:t>    Endpoint coverage measured against OSDM v3.8 spec — what's in, what's not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1.  Solution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Two-tier architecture: web UI + headless test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6858000" cy="822960"/>
          </a:xfrm>
          <a:prstGeom prst="roundRect">
            <a:avLst/>
          </a:prstGeom>
          <a:solidFill>
            <a:srgbClr val="004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OSCAR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6858000" cy="6217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</a:rPr>
              <a:t>Tester-facing application
•  Scenario authoring wizard
•  Test framework configuration
•  Run orchestration &amp; queue
•  Per-run + per-company sharing
•  Dashboard, reports, diffs
•  Grafana metrics + audit log
Stack:
•  Node 22 + Express
•  Vanilla JS front-end
•  SQLite (encrypted)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108960"/>
            <a:ext cx="6858000" cy="822960"/>
          </a:xfrm>
          <a:prstGeom prst="roundRect">
            <a:avLst/>
          </a:prstGeom>
          <a:solidFill>
            <a:srgbClr val="004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Bruno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023360"/>
            <a:ext cx="6858000" cy="6217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</a:rPr>
              <a:t>Headless API test runner
•  Open-source CLI (bru.cmd)
•  Reads scenario data file
•  Executes the request chain
•  Emits structured JSON report
•  Captures HTML report
Spawned per run by OSCAR Web
in an ephemeral workspace.
Results encrypted at rest (#60)
and uploaded as artifacts.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904720" y="3108960"/>
            <a:ext cx="6858000" cy="82296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OSDM 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0" y="4023360"/>
            <a:ext cx="6858000" cy="6217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</a:rPr>
              <a:t>The system under test
OSDM v3.x REST API:
•  /offers · /bookings
•  /fulfillments · /refund-offers
•  /exchange-operations
•  System info endpoints
Currently exercised against
4 distinct vendor sandboxes.
OAuth Bearer + Requestor header.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0" y="6766560"/>
            <a:ext cx="274320" cy="0"/>
          </a:xfrm>
          <a:prstGeom prst="bentConnector3">
            <a:avLst/>
          </a:prstGeom>
          <a:ln w="38100">
            <a:solidFill>
              <a:srgbClr val="004E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630400" y="6766560"/>
            <a:ext cx="274320" cy="0"/>
          </a:xfrm>
          <a:prstGeom prst="bentConnector3">
            <a:avLst/>
          </a:prstGeom>
          <a:ln w="38100">
            <a:solidFill>
              <a:srgbClr val="004E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12344400"/>
            <a:ext cx="2286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</a:rPr>
              <a:t>OSCAR Web stays in front of every run — no direct access to the provider from the wizard. All requests are mediated by the Bruno engine for deterministic, auditable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Bruno collection — library-driven, no code duplication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 wrap="square"/>
          <a:lstStyle/>
          <a:p>
            <a:pPr/>
            <a:r>
              <a:rPr sz="1600"/>
              <a:t>Collection (per-request YAMLs)</a:t>
            </a:r>
          </a:p>
          <a:p>
            <a:pPr lvl="1"/>
            <a:r>
              <a:rPr sz="1400"/>
              <a:t>Bruno_Collection / 02-Common Requests / *.yml</a:t>
            </a:r>
          </a:p>
          <a:p>
            <a:pPr lvl="1"/>
            <a:r>
              <a:rPr sz="1400"/>
              <a:t>One file per OSDM endpoint</a:t>
            </a:r>
          </a:p>
          <a:p>
            <a:pPr lvl="1"/>
            <a:r>
              <a:rPr sz="1400"/>
              <a:t>Step number = position in flow</a:t>
            </a:r>
          </a:p>
          <a:p>
            <a:pPr lvl="1"/>
            <a:r>
              <a:rPr sz="1400"/>
              <a:t>Thin: before-request + after-response</a:t>
            </a:r>
          </a:p>
          <a:p>
            <a:pPr lvl="1"/>
            <a:r>
              <a:rPr sz="1400"/>
              <a:t>Hands off to library-bruno helpers</a:t>
            </a:r>
          </a:p>
          <a:p>
            <a:pPr/>
            <a:r>
              <a:rPr sz="1600"/>
              <a:t/>
            </a:r>
          </a:p>
          <a:p>
            <a:pPr/>
            <a:r>
              <a:rPr sz="1600"/>
              <a:t>5 collection folders, 48 request files</a:t>
            </a:r>
          </a:p>
          <a:p>
            <a:pPr lvl="1"/>
            <a:r>
              <a:rPr sz="1400"/>
              <a:t>00-Access Token · OAuth Bearer acquisition</a:t>
            </a:r>
          </a:p>
          <a:p>
            <a:pPr lvl="1"/>
            <a:r>
              <a:rPr sz="1400"/>
              <a:t>01-System Infos · master-data endpoints</a:t>
            </a:r>
          </a:p>
          <a:p>
            <a:pPr lvl="1"/>
            <a:r>
              <a:rPr sz="1400"/>
              <a:t>02-Common · sale flow (15 steps)</a:t>
            </a:r>
          </a:p>
          <a:p>
            <a:pPr lvl="1"/>
            <a:r>
              <a:rPr sz="1400"/>
              <a:t>03-Refund · after-sales refund (7 steps)</a:t>
            </a:r>
          </a:p>
          <a:p>
            <a:pPr lvl="1"/>
            <a:r>
              <a:rPr sz="1400"/>
              <a:t>04-Exchange · after-sales exchange (8 steps)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pPr/>
            <a:r>
              <a:rPr sz="1500"/>
              <a:t>library-bruno  (shared JavaScript)</a:t>
            </a:r>
          </a:p>
          <a:p>
            <a:pPr lvl="1"/>
            <a:r>
              <a:rPr sz="1300"/>
              <a:t>scenarioParser.js · loads data → env vars</a:t>
            </a:r>
          </a:p>
          <a:p>
            <a:pPr lvl="1"/>
            <a:r>
              <a:rPr sz="1300"/>
              <a:t>requestsBuilder.js · builds POST bodies</a:t>
            </a:r>
          </a:p>
          <a:p>
            <a:pPr lvl="1"/>
            <a:r>
              <a:rPr sz="1300"/>
              <a:t>offers.js · OfferCollection validators</a:t>
            </a:r>
          </a:p>
          <a:p>
            <a:pPr lvl="1"/>
            <a:r>
              <a:rPr sz="1300"/>
              <a:t>bookings.js · Booking + fulfillment checks</a:t>
            </a:r>
          </a:p>
          <a:p>
            <a:pPr lvl="1"/>
            <a:r>
              <a:rPr sz="1300"/>
              <a:t>refunds.js · refund-offer validators</a:t>
            </a:r>
          </a:p>
          <a:p>
            <a:pPr lvl="1"/>
            <a:r>
              <a:rPr sz="1300"/>
              <a:t>exchanges.js · exchange-offer validators</a:t>
            </a:r>
          </a:p>
          <a:p>
            <a:pPr lvl="1"/>
            <a:r>
              <a:rPr sz="1300"/>
              <a:t>osdmCompliance.js · generic schema engine</a:t>
            </a:r>
          </a:p>
          <a:p>
            <a:pPr lvl="1"/>
            <a:r>
              <a:rPr sz="1300"/>
              <a:t>expiredFlow.js · 6-timer negative-test family</a:t>
            </a:r>
          </a:p>
          <a:p>
            <a:pPr lvl="1"/>
            <a:r>
              <a:rPr sz="1300"/>
              <a:t>requestedInformation.js · field probes</a:t>
            </a:r>
          </a:p>
          <a:p>
            <a:pPr lvl="1"/>
            <a:r>
              <a:rPr sz="1300"/>
              <a:t>auth.js · OAuth + token watchdog</a:t>
            </a:r>
          </a:p>
          <a:p>
            <a:pPr/>
            <a:r>
              <a:rPr sz="1500"/>
              <a:t/>
            </a:r>
          </a:p>
          <a:p>
            <a:pPr/>
            <a:r>
              <a:rPr sz="1500"/>
              <a:t>Maintainability gain</a:t>
            </a:r>
          </a:p>
          <a:p>
            <a:pPr lvl="1"/>
            <a:r>
              <a:rPr sz="1300"/>
              <a:t>Adding a new OSDM endpoint = 1 YAML + 3 lines</a:t>
            </a:r>
          </a:p>
          <a:p>
            <a:pPr lvl="1"/>
            <a:r>
              <a:rPr sz="1300"/>
              <a:t>Adding a new validator = 1 .js function, reused</a:t>
            </a:r>
          </a:p>
          <a:p>
            <a:pPr lvl="1"/>
            <a:r>
              <a:rPr sz="1300"/>
              <a:t>Adding a new negative test = 1 entry in a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Run lifecycle — what happens when a tester clicks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010285" y="5303520"/>
            <a:ext cx="3383280" cy="1280160"/>
          </a:xfrm>
          <a:prstGeom prst="roundRect">
            <a:avLst/>
          </a:prstGeom>
          <a:solidFill>
            <a:srgbClr val="004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Wizard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authoring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0285" y="66751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</a:rPr>
              <a:t>Tester picks scenarios,
save to .json data file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93565.0" y="5943600"/>
            <a:ext cx="411480.0" cy="0"/>
          </a:xfrm>
          <a:prstGeom prst="bentConnector3">
            <a:avLst/>
          </a:prstGeom>
          <a:ln w="25400">
            <a:solidFill>
              <a:srgbClr val="4A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805045" y="5303520"/>
            <a:ext cx="3383280" cy="1280160"/>
          </a:xfrm>
          <a:prstGeom prst="roundRect">
            <a:avLst/>
          </a:prstGeom>
          <a:solidFill>
            <a:srgbClr val="004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Queue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admission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5045" y="66751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</a:rPr>
              <a:t>Encrypted on disk,
concurrency limits enforced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88325.0" y="5943600"/>
            <a:ext cx="411480.0" cy="0"/>
          </a:xfrm>
          <a:prstGeom prst="bentConnector3">
            <a:avLst/>
          </a:prstGeom>
          <a:ln w="25400">
            <a:solidFill>
              <a:srgbClr val="4A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599805" y="5303520"/>
            <a:ext cx="3383280" cy="1280160"/>
          </a:xfrm>
          <a:prstGeom prst="roundRect">
            <a:avLst/>
          </a:prstGeom>
          <a:solidFill>
            <a:srgbClr val="004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Worker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spawn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9805" y="66751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</a:rPr>
              <a:t>Ephemeral workspace,
fresh env file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983085.0" y="5943600"/>
            <a:ext cx="411480.0" cy="0"/>
          </a:xfrm>
          <a:prstGeom prst="bentConnector3">
            <a:avLst/>
          </a:prstGeom>
          <a:ln w="25400">
            <a:solidFill>
              <a:srgbClr val="4A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2394565" y="5303520"/>
            <a:ext cx="3383280" cy="1280160"/>
          </a:xfrm>
          <a:prstGeom prst="roundRect">
            <a:avLst/>
          </a:prstGeom>
          <a:solidFill>
            <a:srgbClr val="004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Bruno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94565" y="66751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</a:rPr>
              <a:t>Per-scenario loop,
OAuth watchdog ticks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777845.0" y="5943600"/>
            <a:ext cx="411480.0" cy="0"/>
          </a:xfrm>
          <a:prstGeom prst="bentConnector3">
            <a:avLst/>
          </a:prstGeom>
          <a:ln w="25400">
            <a:solidFill>
              <a:srgbClr val="4A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6189325" y="5303520"/>
            <a:ext cx="3383280" cy="1280160"/>
          </a:xfrm>
          <a:prstGeom prst="roundRect">
            <a:avLst/>
          </a:prstGeom>
          <a:solidFill>
            <a:srgbClr val="004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Report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9325" y="66751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</a:rPr>
              <a:t>HTML + structured JSON,
artifacts encrypted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572605.0" y="5943600"/>
            <a:ext cx="411480.0" cy="0"/>
          </a:xfrm>
          <a:prstGeom prst="bentConnector3">
            <a:avLst/>
          </a:prstGeom>
          <a:ln w="25400">
            <a:solidFill>
              <a:srgbClr val="4A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9984085" y="5303520"/>
            <a:ext cx="3383280" cy="1280160"/>
          </a:xfrm>
          <a:prstGeom prst="roundRect">
            <a:avLst/>
          </a:prstGeom>
          <a:solidFill>
            <a:srgbClr val="004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Dashboard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publish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84085" y="66751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</a:rPr>
              <a:t>Sharing / certifier gates,
diffs vs previous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8229600"/>
            <a:ext cx="22860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</a:rPr>
              <a:t>Hard guarantees built into the pipeline
•  Datafile and artifacts are AES-256-GCM encrypted on disk (encryption-boundary audit confirmed zero AT RISK paths)
•  Per-run + per-company concurrency limits (the lower wins)
•  Run budget = base RUN_TIMEOUT_MS, auto-extended to cover expired-flow waits, clamped at RUN_HARD_MAX_TIMEOUT_MS
•  OAuth-token watchdog refreshes every 5 min (operator-tunable) so long runs don't 401/403 mid-flow
•  HTTP + assertion traffic captured for every request, downloadable as raw JSON artifacts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2.  Development Framework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GitHub-native pipeline — code, gates, release in one 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216025" y="3200400"/>
            <a:ext cx="5212080" cy="1280160"/>
          </a:xfrm>
          <a:prstGeom prst="roundRect">
            <a:avLst/>
          </a:prstGeom>
          <a:solidFill>
            <a:srgbClr val="004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Code</a:t>
            </a:r>
          </a:p>
          <a:p>
            <a:pPr algn="ctr"/>
            <a:r>
              <a:rPr sz="2000" b="1">
                <a:solidFill>
                  <a:srgbClr val="FFFFFF"/>
                </a:solidFill>
              </a:rPr>
              <a:t>&amp;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7465" y="4663440"/>
            <a:ext cx="5029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Feature branches off main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Squash-merge with --delete-branch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Conventional commit titles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PR template + test plan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Auto-labelling (CODEOWNERS)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865" y="3200400"/>
            <a:ext cx="5212080" cy="1280160"/>
          </a:xfrm>
          <a:prstGeom prst="roundRect">
            <a:avLst/>
          </a:prstGeom>
          <a:solidFill>
            <a:srgbClr val="004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Quality</a:t>
            </a:r>
          </a:p>
          <a:p>
            <a:pPr algn="ctr"/>
            <a:r>
              <a:rPr sz="2000" b="1">
                <a:solidFill>
                  <a:srgbClr val="FFFFFF"/>
                </a:solidFill>
              </a:rPr>
              <a:t>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85305" y="4663440"/>
            <a:ext cx="5029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Lint (ESLint + custom)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Jest unit tests (870+ cases)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Bruno collection validator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npm audit (high+ severity)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Gitleaks secret scan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71705" y="3200400"/>
            <a:ext cx="5212080" cy="1280160"/>
          </a:xfrm>
          <a:prstGeom prst="roundRect">
            <a:avLst/>
          </a:prstGeom>
          <a:solidFill>
            <a:srgbClr val="004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Static</a:t>
            </a:r>
          </a:p>
          <a:p>
            <a:pPr algn="ctr"/>
            <a:r>
              <a:rPr sz="2000" b="1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63145" y="4663440"/>
            <a:ext cx="5029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SonarCloud (full project)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CodeQL (GitHub native)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Trivy container scan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Dependabot alerts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DOM-XSS rule enforcement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949545" y="3200400"/>
            <a:ext cx="5212080" cy="1280160"/>
          </a:xfrm>
          <a:prstGeom prst="roundRect">
            <a:avLst/>
          </a:prstGeom>
          <a:solidFill>
            <a:srgbClr val="004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Release</a:t>
            </a:r>
          </a:p>
          <a:p>
            <a:pPr algn="ctr"/>
            <a:r>
              <a:rPr sz="2000" b="1">
                <a:solidFill>
                  <a:srgbClr val="FFFFFF"/>
                </a:solidFill>
              </a:rPr>
              <a:t>&amp; 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40985" y="4663440"/>
            <a:ext cx="5029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Auto-tag on merge (semver)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Docker image → GHCR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Watchtower poll → roll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Bruno collection → VPS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A4A4A"/>
                </a:solidFill>
              </a:rPr>
              <a:t>•  compatibility.json gates 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2344400"/>
            <a:ext cx="2286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4E9F"/>
                </a:solidFill>
              </a:rPr>
              <a:t>Every merge to main triggers 8 parallel workflows. Zero manual steps between green PR and prod roll.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Versioning that survives — server + collection + compatibility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 wrap="square"/>
          <a:lstStyle/>
          <a:p>
            <a:pPr/>
            <a:r>
              <a:rPr sz="1500"/>
              <a:t>Three coupled version axes</a:t>
            </a:r>
          </a:p>
          <a:p>
            <a:pPr lvl="1"/>
            <a:r>
              <a:rPr sz="1300"/>
              <a:t>Oscar_Server / package.json · semver</a:t>
            </a:r>
          </a:p>
          <a:p>
            <a:pPr lvl="1"/>
            <a:r>
              <a:rPr sz="1300"/>
              <a:t>Bruno_Collection / VERSION · OTST_VX.Y.Z</a:t>
            </a:r>
          </a:p>
          <a:p>
            <a:pPr lvl="1"/>
            <a:r>
              <a:rPr sz="1300"/>
              <a:t>compatibility.json · tested-together matrix</a:t>
            </a:r>
          </a:p>
          <a:p>
            <a:pPr/>
            <a:r>
              <a:rPr sz="1500"/>
              <a:t/>
            </a:r>
          </a:p>
          <a:p>
            <a:pPr/>
            <a:r>
              <a:rPr sz="1500"/>
              <a:t>Every Bruno-collection change bumps all three</a:t>
            </a:r>
          </a:p>
          <a:p>
            <a:pPr lvl="1"/>
            <a:r>
              <a:rPr sz="1300"/>
              <a:t>Single source of truth for the running combination</a:t>
            </a:r>
          </a:p>
          <a:p>
            <a:pPr lvl="1"/>
            <a:r>
              <a:rPr sz="1300"/>
              <a:t>Server reads compatibility.json at startup</a:t>
            </a:r>
          </a:p>
          <a:p>
            <a:pPr lvl="1"/>
            <a:r>
              <a:rPr sz="1300"/>
              <a:t>/v1/health warns if combination unlisted</a:t>
            </a:r>
          </a:p>
          <a:p>
            <a:pPr/>
            <a:r>
              <a:rPr sz="1500"/>
              <a:t/>
            </a:r>
          </a:p>
          <a:p>
            <a:pPr/>
            <a:r>
              <a:rPr sz="1500"/>
              <a:t>Released today: 2026.123</a:t>
            </a:r>
          </a:p>
          <a:p>
            <a:pPr lvl="1"/>
            <a:r>
              <a:rPr sz="1300"/>
              <a:t>server-v1.11.95 + OTST_V2.0.43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pPr/>
            <a:r>
              <a:rPr sz="1500"/>
              <a:t>Auto-tag workflow</a:t>
            </a:r>
          </a:p>
          <a:p>
            <a:pPr lvl="1"/>
            <a:r>
              <a:rPr sz="1300"/>
              <a:t>Reads VERSION on merge to main</a:t>
            </a:r>
          </a:p>
          <a:p>
            <a:pPr lvl="1"/>
            <a:r>
              <a:rPr sz="1300"/>
              <a:t>Creates release-2026.XXX + server-vX.Y.Z tags</a:t>
            </a:r>
          </a:p>
          <a:p>
            <a:pPr lvl="1"/>
            <a:r>
              <a:rPr sz="1300"/>
              <a:t>Push-with-retry helper for VPS flakes</a:t>
            </a:r>
          </a:p>
          <a:p>
            <a:pPr/>
            <a:r>
              <a:rPr sz="1500"/>
              <a:t/>
            </a:r>
          </a:p>
          <a:p>
            <a:pPr/>
            <a:r>
              <a:rPr sz="1500"/>
              <a:t>Production roll (Watchtower)</a:t>
            </a:r>
          </a:p>
          <a:p>
            <a:pPr lvl="1"/>
            <a:r>
              <a:rPr sz="1300"/>
              <a:t>Polls GHCR every minute</a:t>
            </a:r>
          </a:p>
          <a:p>
            <a:pPr lvl="1"/>
            <a:r>
              <a:rPr sz="1300"/>
              <a:t>Pulls new image when published</a:t>
            </a:r>
          </a:p>
          <a:p>
            <a:pPr lvl="1"/>
            <a:r>
              <a:rPr sz="1300"/>
              <a:t>Container roll: ~30s downtime</a:t>
            </a:r>
          </a:p>
          <a:p>
            <a:pPr/>
            <a:r>
              <a:rPr sz="1500"/>
              <a:t/>
            </a:r>
          </a:p>
          <a:p>
            <a:pPr/>
            <a:r>
              <a:rPr sz="1500"/>
              <a:t>Operational visibility</a:t>
            </a:r>
          </a:p>
          <a:p>
            <a:pPr lvl="1"/>
            <a:r>
              <a:rPr sz="1300"/>
              <a:t>Grafana dashboards (errors / latency / queue)</a:t>
            </a:r>
          </a:p>
          <a:p>
            <a:pPr lvl="1"/>
            <a:r>
              <a:rPr sz="1300"/>
              <a:t>Alertmanager → email on critical alerts</a:t>
            </a:r>
          </a:p>
          <a:p>
            <a:pPr lvl="1"/>
            <a:r>
              <a:rPr sz="1300"/>
              <a:t>Server admin guide ships with the repo</a:t>
            </a:r>
          </a:p>
          <a:p>
            <a:pPr lvl="1"/>
            <a:r>
              <a:rPr sz="1300"/>
              <a:t>CHANGELOG.md drives release notes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Security &amp; audit posture — defence in 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14400" y="3200400"/>
            <a:ext cx="11000105" cy="822960"/>
          </a:xfrm>
          <a:prstGeom prst="roundRect">
            <a:avLst/>
          </a:prstGeom>
          <a:solidFill>
            <a:srgbClr val="004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At-rest encryption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1000105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</a:rPr>
              <a:t>•  AES-256-GCM under OSCAR1 envelope
•  Datafiles encrypted in queue
•  Artifacts encrypted on disk
•  SQLite credentials encrypted
•  Audit: 0 AT RISK call sites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463145" y="3200400"/>
            <a:ext cx="11000105" cy="822960"/>
          </a:xfrm>
          <a:prstGeom prst="roundRect">
            <a:avLst/>
          </a:prstGeom>
          <a:solidFill>
            <a:srgbClr val="009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Authentication /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63145" y="4114800"/>
            <a:ext cx="11000105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</a:rPr>
              <a:t>•  JWT session tokens with revocation list
•  Per-tester OAuth Bearer cache (60s margin)
•  Loopback refresh endpoint (force flag)
•  3-layer watchdog for long runs
•  No tokens echoed in logs / errors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7680960"/>
            <a:ext cx="11000105" cy="822960"/>
          </a:xfrm>
          <a:prstGeom prst="roundRect">
            <a:avLst/>
          </a:prstGeom>
          <a:solidFill>
            <a:srgbClr val="E5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Code-level security 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8595360"/>
            <a:ext cx="11000105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</a:rPr>
              <a:t>•  CodeQL: javascript-typescript on every PR
•  SonarCloud: bugs / vulns / hotspots
•  Gitleaks: secret-scan on every commit
•  npm audit: blocks high+ severity
•  Trivy: container image vulnerabilities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463145" y="7680960"/>
            <a:ext cx="11000105" cy="82296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Runtime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63145" y="8595360"/>
            <a:ext cx="11000105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</a:rPr>
              <a:t>•  Reverse proxy + TLS at the edge
•  Per-company + global concurrency limits
•  Health-checked container (Docker Compose)
•  Run-time + hard-max-time clamps
•  Workspace cleanup (delete-on-close)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3.  Test Coverage Capabilities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Coverage — measured against OSDM v3.8 spec, two axes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124585" y="3108960"/>
            <a:ext cx="7132320" cy="914400"/>
          </a:xfrm>
          <a:prstGeom prst="roundRect">
            <a:avLst/>
          </a:prstGeom>
          <a:solidFill>
            <a:srgbClr val="E5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Breadth — Endpoint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585" y="4114800"/>
            <a:ext cx="713232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0" b="1">
                <a:solidFill>
                  <a:srgbClr val="E57000"/>
                </a:solidFill>
              </a:rPr>
              <a:t>36%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585" y="6949440"/>
            <a:ext cx="7132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4A4A4A"/>
                </a:solidFill>
              </a:rPr>
              <a:t>34 of 94 OSDM v3.8 operations
fired by OSCAR
(10 of 25 domains touched)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22665" y="3108960"/>
            <a:ext cx="7132320" cy="914400"/>
          </a:xfrm>
          <a:prstGeom prst="roundRect">
            <a:avLst/>
          </a:prstGeom>
          <a:solidFill>
            <a:srgbClr val="004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Depth — Field Assertion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2665" y="4114800"/>
            <a:ext cx="713232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0" b="1">
                <a:solidFill>
                  <a:srgbClr val="004E9F"/>
                </a:solidFill>
              </a:rPr>
              <a:t>41%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2665" y="6949440"/>
            <a:ext cx="7132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4A4A4A"/>
                </a:solidFill>
              </a:rPr>
              <a:t>Of the response fields on covered ops,
1,534 of 3,750 asserted in OSCAR's
validators (weighted by op size)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20745" y="3108960"/>
            <a:ext cx="7132320" cy="914400"/>
          </a:xfrm>
          <a:prstGeom prst="roundRect">
            <a:avLst/>
          </a:prstGeom>
          <a:solidFill>
            <a:srgbClr val="C8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Combined 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20745" y="4114800"/>
            <a:ext cx="713232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0" b="1">
                <a:solidFill>
                  <a:srgbClr val="C81010"/>
                </a:solidFill>
              </a:rPr>
              <a:t>~15%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20745" y="6949440"/>
            <a:ext cx="7132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4A4A4A"/>
                </a:solidFill>
              </a:rPr>
              <a:t>Breadth × Depth = the share of OSDM v3.8
that is actually exercised AND asserted.
Not 90%. Not 50%. Fifteen.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8686800"/>
            <a:ext cx="22548850" cy="91440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Honest baseline. The earlier eyeballed 90% / 100% figures were wrong by ~6x. This is now reproducible from the source script.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9875520"/>
            <a:ext cx="2254885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</a:rPr>
              <a:t>Method
•  OSDM v3.8.0 OpenAPI spec downloaded from UnionInternationalCheminsdeFer/OSDM @ v3.8.1; 94 operations, 25 domains
•  Endpoint coverage: OSCAR's 48 Bruno request files matched against (method, path) — version-aware path segments expanded to both resolutions
•  Field coverage: for each covered op, response schema $ref chain walked to depth 2; field counted asserted iff it appears in OSCAR's validator code (`.field` / `["field"]` / destructure) and not just in a comment / log message
•  Generic-name guard: bare leaf names (id / code / status / type / title / name) require parent.field shape to count
•  Full matrices in Documentation/OSCAR_Coverage_Gap_Analysis_v3.8.md + OSCAR_Field_Level_Coverage_v3.8.md — both regenerable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Per-domain coverage — where we are strong, where we are blind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14400" y="3200400"/>
            <a:ext cx="5431472" cy="1097280"/>
          </a:xfrm>
          <a:prstGeom prst="roundRect">
            <a:avLst/>
          </a:prstGeom>
          <a:solidFill>
            <a:srgbClr val="009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Fully covered (100%)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80560"/>
            <a:ext cx="5248592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Offers
</a:t>
            </a:r>
            <a:r>
              <a:rPr sz="1300">
                <a:solidFill>
                  <a:srgbClr val="009A44"/>
                </a:solidFill>
              </a:rPr>
              <a:t>   2/2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Versions
</a:t>
            </a:r>
            <a:r>
              <a:rPr sz="1300">
                <a:solidFill>
                  <a:srgbClr val="009A44"/>
                </a:solidFill>
              </a:rPr>
              <a:t>   1/1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Purchaser
</a:t>
            </a:r>
            <a:r>
              <a:rPr sz="1300">
                <a:solidFill>
                  <a:srgbClr val="009A44"/>
                </a:solidFill>
              </a:rPr>
              <a:t>   3/3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0192" y="3200400"/>
            <a:ext cx="5431472" cy="1097280"/>
          </a:xfrm>
          <a:prstGeom prst="roundRect">
            <a:avLst/>
          </a:prstGeom>
          <a:solidFill>
            <a:srgbClr val="004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Mostly covered (50-99%)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1632" y="4480560"/>
            <a:ext cx="5248592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Master Data
</a:t>
            </a:r>
            <a:r>
              <a:rPr sz="1300">
                <a:solidFill>
                  <a:srgbClr val="004E9F"/>
                </a:solidFill>
              </a:rPr>
              <a:t>   11/12 (92%)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Refund
</a:t>
            </a:r>
            <a:r>
              <a:rPr sz="1300">
                <a:solidFill>
                  <a:srgbClr val="004E9F"/>
                </a:solidFill>
              </a:rPr>
              <a:t>   4/5 (80%)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Exchange
</a:t>
            </a:r>
            <a:r>
              <a:rPr sz="1300">
                <a:solidFill>
                  <a:srgbClr val="004E9F"/>
                </a:solidFill>
              </a:rPr>
              <a:t>   4/5 (80%)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Passengers
</a:t>
            </a:r>
            <a:r>
              <a:rPr sz="1300">
                <a:solidFill>
                  <a:srgbClr val="004E9F"/>
                </a:solidFill>
              </a:rPr>
              <a:t>   2/4 (50%)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25985" y="3200400"/>
            <a:ext cx="5431472" cy="1097280"/>
          </a:xfrm>
          <a:prstGeom prst="roundRect">
            <a:avLst/>
          </a:prstGeom>
          <a:solidFill>
            <a:srgbClr val="E5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Partial (1-49%)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17425" y="4480560"/>
            <a:ext cx="5248592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BookingPart
</a:t>
            </a:r>
            <a:r>
              <a:rPr sz="1300">
                <a:solidFill>
                  <a:srgbClr val="E57000"/>
                </a:solidFill>
              </a:rPr>
              <a:t>   3/7 (43%)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Bookings
</a:t>
            </a:r>
            <a:r>
              <a:rPr sz="1300">
                <a:solidFill>
                  <a:srgbClr val="E57000"/>
                </a:solidFill>
              </a:rPr>
              <a:t>   2/6 (33%)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Availabilities
</a:t>
            </a:r>
            <a:r>
              <a:rPr sz="1300">
                <a:solidFill>
                  <a:srgbClr val="E57000"/>
                </a:solidFill>
              </a:rPr>
              <a:t>   1/6 (17%)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Fulfillments
</a:t>
            </a:r>
            <a:r>
              <a:rPr sz="1300">
                <a:solidFill>
                  <a:srgbClr val="E57000"/>
                </a:solidFill>
              </a:rPr>
              <a:t>   1/7 (14%)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031777" y="3200400"/>
            <a:ext cx="5431472" cy="1097280"/>
          </a:xfrm>
          <a:prstGeom prst="roundRect">
            <a:avLst/>
          </a:prstGeom>
          <a:solidFill>
            <a:srgbClr val="C8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Not covered (0%)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23217" y="4480560"/>
            <a:ext cx="5248592" cy="868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BookedOffers
</a:t>
            </a:r>
            <a:r>
              <a:rPr sz="1300">
                <a:solidFill>
                  <a:srgbClr val="C81010"/>
                </a:solidFill>
              </a:rPr>
              <a:t>   0/4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Booking Documents
</a:t>
            </a:r>
            <a:r>
              <a:rPr sz="1300">
                <a:solidFill>
                  <a:srgbClr val="C81010"/>
                </a:solidFill>
              </a:rPr>
              <a:t>   0/3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Bookings Search
</a:t>
            </a:r>
            <a:r>
              <a:rPr sz="1300">
                <a:solidFill>
                  <a:srgbClr val="C81010"/>
                </a:solidFill>
              </a:rPr>
              <a:t>   0/1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Bookings Split
</a:t>
            </a:r>
            <a:r>
              <a:rPr sz="1300">
                <a:solidFill>
                  <a:srgbClr val="C81010"/>
                </a:solidFill>
              </a:rPr>
              <a:t>   0/1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Cancel Fulfillments
</a:t>
            </a:r>
            <a:r>
              <a:rPr sz="1300">
                <a:solidFill>
                  <a:srgbClr val="C81010"/>
                </a:solidFill>
              </a:rPr>
              <a:t>   0/4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Complaint Management
</a:t>
            </a:r>
            <a:r>
              <a:rPr sz="1300">
                <a:solidFill>
                  <a:srgbClr val="C81010"/>
                </a:solidFill>
              </a:rPr>
              <a:t>   0/3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Offer Overview
</a:t>
            </a:r>
            <a:r>
              <a:rPr sz="1300">
                <a:solidFill>
                  <a:srgbClr val="C81010"/>
                </a:solidFill>
              </a:rPr>
              <a:t>   0/2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On Hold
</a:t>
            </a:r>
            <a:r>
              <a:rPr sz="1300">
                <a:solidFill>
                  <a:srgbClr val="C81010"/>
                </a:solidFill>
              </a:rPr>
              <a:t>   0/3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Places
</a:t>
            </a:r>
            <a:r>
              <a:rPr sz="1300">
                <a:solidFill>
                  <a:srgbClr val="C81010"/>
                </a:solidFill>
              </a:rPr>
              <a:t>   0/2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Product
</a:t>
            </a:r>
            <a:r>
              <a:rPr sz="1300">
                <a:solidFill>
                  <a:srgbClr val="C81010"/>
                </a:solidFill>
              </a:rPr>
              <a:t>   0/1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Reimbursement Mgmt
</a:t>
            </a:r>
            <a:r>
              <a:rPr sz="1300">
                <a:solidFill>
                  <a:srgbClr val="C81010"/>
                </a:solidFill>
              </a:rPr>
              <a:t>   0/3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Release
</a:t>
            </a:r>
            <a:r>
              <a:rPr sz="1300">
                <a:solidFill>
                  <a:srgbClr val="C81010"/>
                </a:solidFill>
              </a:rPr>
              <a:t>   0/4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Travel Account
</a:t>
            </a:r>
            <a:r>
              <a:rPr sz="1300">
                <a:solidFill>
                  <a:srgbClr val="C81010"/>
                </a:solidFill>
              </a:rPr>
              <a:t>   0/1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4A4A"/>
                </a:solidFill>
              </a:rPr>
              <a:t>Trips
</a:t>
            </a:r>
            <a:r>
              <a:rPr sz="1300">
                <a:solidFill>
                  <a:srgbClr val="C81010"/>
                </a:solidFill>
              </a:rPr>
              <a:t>   0/4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2252960"/>
            <a:ext cx="2254885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</a:rPr>
              <a:t>14 of 25 OSDM domains are at 0% coverage today. The sale → fulfillment commercial flow is strong; on-hold, release, complaint, reimbursement, cancel flows are unaddressed.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Non-happy flow — what we have and what we don't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 wrap="square"/>
          <a:lstStyle/>
          <a:p>
            <a:pPr/>
            <a:r>
              <a:rPr sz="1400"/>
              <a:t>Covered today (6 families)</a:t>
            </a:r>
          </a:p>
          <a:p>
            <a:pPr lvl="1"/>
            <a:r>
              <a:rPr sz="1200"/>
              <a:t>Expired-X timers (6 timers, auto-expanded)</a:t>
            </a:r>
          </a:p>
          <a:p>
            <a:pPr lvl="1"/>
            <a:r>
              <a:rPr sz="1200"/>
              <a:t>OTO offer · BTO booking · ARO add-res · ATO add-anc · RTO refund · ETO exchange</a:t>
            </a:r>
          </a:p>
          <a:p>
            <a:pPr lvl="1"/>
            <a:r>
              <a:rPr sz="1200"/>
              <a:t>requestedInformation probes (3 modes)</a:t>
            </a:r>
          </a:p>
          <a:p>
            <a:pPr lvl="1"/>
            <a:r>
              <a:rPr sz="1200"/>
              <a:t>off / omit / invalid + stringent-vs-lenient grading</a:t>
            </a:r>
          </a:p>
          <a:p>
            <a:pPr lvl="1"/>
            <a:r>
              <a:rPr sz="1200"/>
              <a:t>Purchaser-at-booking modes (4 modes)</a:t>
            </a:r>
          </a:p>
          <a:p>
            <a:pPr lvl="1"/>
            <a:r>
              <a:rPr sz="1200"/>
              <a:t>inline / deferred / omit / invalid</a:t>
            </a:r>
          </a:p>
          <a:p>
            <a:pPr lvl="1"/>
            <a:r>
              <a:rPr sz="1200"/>
              <a:t>IROPS overrule codes</a:t>
            </a:r>
          </a:p>
          <a:p>
            <a:pPr lvl="1"/>
            <a:r>
              <a:rPr sz="1200"/>
              <a:t>financial-identity preservation asserted</a:t>
            </a:r>
          </a:p>
          <a:p>
            <a:pPr lvl="1"/>
            <a:r>
              <a:rPr sz="1200"/>
              <a:t>Auth-failure detection</a:t>
            </a:r>
          </a:p>
          <a:p>
            <a:pPr lvl="1"/>
            <a:r>
              <a:rPr sz="1200"/>
              <a:t>STOP on access-token failure; first 401/403 → diagnostic</a:t>
            </a:r>
          </a:p>
          <a:p>
            <a:pPr lvl="1"/>
            <a:r>
              <a:rPr sz="1200"/>
              <a:t>Vendor-gap trackable FAILs (3 markers)</a:t>
            </a:r>
          </a:p>
          <a:p>
            <a:pPr lvl="1"/>
            <a:r>
              <a:rPr sz="1200"/>
              <a:t>OFFER / BOOKING seat map · multi-offer round trip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 wrap="square"/>
          <a:lstStyle/>
          <a:p>
            <a:pPr/>
            <a:r>
              <a:rPr sz="1400"/>
              <a:t>NOT covered (the long tail)</a:t>
            </a:r>
          </a:p>
          <a:p>
            <a:pPr lvl="1"/>
            <a:r>
              <a:rPr sz="1200"/>
              <a:t>Authorization scoping (wrong-user access)</a:t>
            </a:r>
          </a:p>
          <a:p>
            <a:pPr lvl="1"/>
            <a:r>
              <a:rPr sz="1200"/>
              <a:t>Rate limiting (429 + Retry-After honoured)</a:t>
            </a:r>
          </a:p>
          <a:p>
            <a:pPr lvl="1"/>
            <a:r>
              <a:rPr sz="1200"/>
              <a:t>Idempotency-Key replay</a:t>
            </a:r>
          </a:p>
          <a:p>
            <a:pPr lvl="1"/>
            <a:r>
              <a:rPr sz="1200"/>
              <a:t>ETag / If-Match concurrent modification (412)</a:t>
            </a:r>
          </a:p>
          <a:p>
            <a:pPr lvl="1"/>
            <a:r>
              <a:rPr sz="1200"/>
              <a:t>Schema-violation sweeps beyond RI 6+4 fields</a:t>
            </a:r>
          </a:p>
          <a:p>
            <a:pPr lvl="1"/>
            <a:r>
              <a:rPr sz="1200"/>
              <a:t>Boundary conditions (empty / max-length / overflow)</a:t>
            </a:r>
          </a:p>
          <a:p>
            <a:pPr lvl="1"/>
            <a:r>
              <a:rPr sz="1200"/>
              <a:t>Cross-resource consistency (orphan refs)</a:t>
            </a:r>
          </a:p>
          <a:p>
            <a:pPr lvl="1"/>
            <a:r>
              <a:rPr sz="1200"/>
              <a:t>HTTP-level negatives (wrong Content-Type, methods)</a:t>
            </a:r>
          </a:p>
          <a:p>
            <a:pPr lvl="1"/>
            <a:r>
              <a:rPr sz="1200"/>
              <a:t>Currency / locale variants</a:t>
            </a:r>
          </a:p>
          <a:p>
            <a:pPr lvl="1"/>
            <a:r>
              <a:rPr sz="1200"/>
              <a:t>All spec-defined error codes (400/401/403/404/409/410/500)</a:t>
            </a:r>
          </a:p>
          <a:p>
            <a:pPr lvl="1"/>
            <a:r>
              <a:rPr sz="1200"/>
              <a:t>Webhook coverage (separate spec, not analysed)</a:t>
            </a:r>
          </a:p>
          <a:p>
            <a:pPr lvl="1"/>
            <a:r>
              <a:rPr sz="1200"/>
              <a:t>On-hold / Release flows (OSDM domains 0% covered)</a:t>
            </a:r>
          </a:p>
          <a:p>
            <a:pPr/>
            <a:r>
              <a:rPr sz="1400"/>
              <a:t/>
            </a:r>
          </a:p>
          <a:p>
            <a:pPr/>
            <a:r>
              <a:rPr sz="1400"/>
              <a:t>The earlier deck claimed 100% NHF coverage.</a:t>
            </a:r>
          </a:p>
          <a:p>
            <a:pPr lvl="1"/>
            <a:r>
              <a:rPr sz="1200"/>
              <a:t>That was 100% of ONE family (expired-X), not 100% NHF.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Expired-flow family — N timers, one scenario, N sub-runs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2254885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4E9F"/>
                </a:solidFill>
              </a:rPr>
              <a:t>Enable 2+ expired-X timers on the same scenario → OSCAR auto-expands into N sub-runs.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2254885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</a:rPr>
              <a:t>Example  scenario:  SC_PARIS_LYON · expiredOfferTest=on · expiredBookingTest=on · expiredAddAncillaryOfferTest=on
[NHF_OTO_SC_PARIS_LYON]   Expired offer: POST /bookings is rejected with a client error  (4xx)  ✓
[NHF_OTO_SC_PARIS_LYON]   Expired offer: error body is an RFC-9457 Problem (title/detail/code present)  ✓
[NHF_BTO_SC_PARIS_LYON]   Expired booking: fulfillment is rejected with a client error  (4xx)  ✓
[NHF_BTO_SC_PARIS_LYON]   Expired booking: error body is an RFC-9457 Problem  ✓
[NHF_BTO_SC_PARIS_LYON]   Expired booking: admissions / reservations are EXPIRED / RELEASED / CANCELLED  ✓
[NHF_ATO_SC_PARIS_LYON]   Expired add-ancillary offer: POST is rejected with a client error  (4xx)  ✓
[NHF_ATO_SC_PARIS_LYON]   Expired add-ancillary offer: error body is an RFC-9457 Problem 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8686800"/>
            <a:ext cx="7333403" cy="914400"/>
          </a:xfrm>
          <a:prstGeom prst="roundRect">
            <a:avLst/>
          </a:prstGeom>
          <a:solidFill>
            <a:srgbClr val="004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92640"/>
            <a:ext cx="7333403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</a:rPr>
              <a:t>Six different expiry conditions tested
in a single scenario — no manual
scenario duplication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22123" y="8686800"/>
            <a:ext cx="7333403" cy="914400"/>
          </a:xfrm>
          <a:prstGeom prst="roundRect">
            <a:avLst/>
          </a:prstGeom>
          <a:solidFill>
            <a:srgbClr val="009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How it stays sane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22123" y="9692640"/>
            <a:ext cx="7333403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</a:rPr>
              <a:t>NHF_&lt;3-letter&gt;_&lt;scenario&gt; prefix on every
assertion. Leading NHF_ is stripped to
avoid double prefix. Backwards-compat:
single-timer = no prefix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29846" y="8686800"/>
            <a:ext cx="7333403" cy="914400"/>
          </a:xfrm>
          <a:prstGeom prst="roundRect">
            <a:avLst/>
          </a:prstGeom>
          <a:solidFill>
            <a:srgbClr val="E5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Budget arithmetic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29846" y="9692640"/>
            <a:ext cx="7333403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</a:rPr>
              <a:t>Runner SIGTERM = SUM within scenario
(MAX across). Clamped at
RUN_HARD_MAX_TIMEOUT_MS (30 min default).
Clear WARNING when clamp triggers.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Roadmap — two axes to grow on (breadth + depth)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14400" y="3108960"/>
            <a:ext cx="11091545" cy="914400"/>
          </a:xfrm>
          <a:prstGeom prst="roundRect">
            <a:avLst/>
          </a:prstGeom>
          <a:solidFill>
            <a:srgbClr val="E5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BREADTH — close the 0%-covered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109154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</a:rPr>
              <a:t>P1 — Commercial-flow completion (12 ops → 36% to ~50%)
  •  Cancel Fulfillments (4 ops)
  •  Reimbursement Management (3 ops)
  •  Booking PATCH / DELETE (2 ops)
  •  Bookings Search + Split (2 ops)
  •  GET fulfillment-check + GET /fulfillments/{id} (2 ops)
P2 — On-hold + after-sales depth (13 ops → ~65%)
  •  On Hold (3 ops)
  •  Release (4 ops)
  •  Booking Documents (3 ops)
  •  Complaint Management (3 ops)
  •  Refund confirmation-check + Exchange PATCH (2 ops)
P3 — Niche commercial domains (untouched)
  •  Offer Overview · Places · Product · Travel Account
  •  Trips · BookedOffers · Booking Documents (collection)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71705" y="3108960"/>
            <a:ext cx="11091545" cy="914400"/>
          </a:xfrm>
          <a:prstGeom prst="roundRect">
            <a:avLst/>
          </a:prstGeom>
          <a:solidFill>
            <a:srgbClr val="004E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DEPTH — assert more fields on covered 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71705" y="4114800"/>
            <a:ext cx="1109154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</a:rPr>
              <a:t>Most-skipped fields across ≥3 ops today (top of the list):
  •  problems[].status / .title / .type / .instance / .code
  •  problems[].pointers[].type / .status / .title / .code
  •  warnings.warnings[].code / .type / .instance
  •  _links.href + _links.rel (HATEOAS)
  •  bookedOffers[].fares / .fees / .vats / .vatsExcluded
  •  confirmedPrice.appliedCurrencyConversion / .vats
Two themes:
  1.  Tighten RFC-9457 Problem &amp; Warning structure validation
      → consistent grading of error responses across ALL endpoints
  2.  Add financial-side assertions (fares, fees, VAT, currency)
      → moves OSDM tax + price integrity from "trusted" to "tested"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9509760"/>
            <a:ext cx="22548850" cy="822960"/>
          </a:xfrm>
          <a:prstGeom prst="roundRect">
            <a:avLst/>
          </a:prstGeom>
          <a:solidFill>
            <a:srgbClr val="009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NON-HAPPY FLOW — 11+ families absent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0424160"/>
            <a:ext cx="2254885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</a:rPr>
              <a:t>Authorization scoping (cross-tenant)  ·  ETag / If-Match concurrency  ·  Idempotency-Key replay  ·  Rate limit (429 + Retry-After)  ·  Full schema-violation sweep (beyond the requestedInformation 6+4 fields)  ·  Boundary conditions (empty arrays / max-length / overflow)  ·  Cross-resource consistency (orphan refs)  ·  HTTP-level negatives (Content-Type / methods / headers)  ·  Currency / locale variants  ·  All spec-defined error codes (400/401/403/404/409/410/500 — currently asserted only on RI + expired-flow paths)  ·  Webhook coverage  ·  On-hold / Release flow expiry tests
→ All of these reuse the expiredFlow.js pattern (plan → fire → grade); each new family is roughly the cost of one expired-X timer.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2344400"/>
            <a:ext cx="2254885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4E9F"/>
                </a:solidFill>
              </a:rPr>
              <a:t>Full per-operation + per-field gap lists in Documentation/OSCAR_Coverage_Gap_Analysis_v3.8.md + OSCAR_Field_Level_Coverage_v3.8.md — both regenerable.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0"/>
            <a:ext cx="2254885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04E9F"/>
                </a:solidFill>
              </a:rPr>
              <a:t>OSCAR  is  a  growing  OSDM-conformance  test  bench  for  the  UIC  community.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498079"/>
            <a:ext cx="2254885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4A4A4A"/>
                </a:solidFill>
              </a:rPr>
              <a:t>36% endpoint breadth  ·  41% field depth  ·  ~15% OSDM surface area covered today  ·  honest baseline to grow from.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0"/>
            <a:ext cx="2254885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4A4A4A"/>
                </a:solidFill>
              </a:rPr>
              <a:t>OSCAR_Coverage_Gap_Analysis_v3.8.md  ·  OSCAR_Test_Coverage_Map.md  ·  OSCAR - Tester User Guide.md  ·  OSCAR - Server Admin Guide.md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èle 2024_UIC_Powerpoint_presentation_16x9">
  <a:themeElements>
    <a:clrScheme name="UIC2024">
      <a:dk1>
        <a:srgbClr val="3C3C3B"/>
      </a:dk1>
      <a:lt1>
        <a:srgbClr val="F2F2F2"/>
      </a:lt1>
      <a:dk2>
        <a:srgbClr val="00A3B0"/>
      </a:dk2>
      <a:lt2>
        <a:srgbClr val="FFFFFF"/>
      </a:lt2>
      <a:accent1>
        <a:srgbClr val="0090D4"/>
      </a:accent1>
      <a:accent2>
        <a:srgbClr val="62B576"/>
      </a:accent2>
      <a:accent3>
        <a:srgbClr val="007A82"/>
      </a:accent3>
      <a:accent4>
        <a:srgbClr val="FCC44D"/>
      </a:accent4>
      <a:accent5>
        <a:srgbClr val="A0B2BA"/>
      </a:accent5>
      <a:accent6>
        <a:srgbClr val="485054"/>
      </a:accent6>
      <a:hlink>
        <a:srgbClr val="005259"/>
      </a:hlink>
      <a:folHlink>
        <a:srgbClr val="005259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4_UIC template.pptx" id="{E9162813-AA5C-40E1-BB94-5B42D722AA44}" vid="{1D4FB938-A20C-419B-9625-79730BD6EC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a8fd952-5e9b-4e14-9630-f5d670dce592">
      <UserInfo>
        <DisplayName>POLZIKOVA Iryna</DisplayName>
        <AccountId>454</AccountId>
        <AccountType/>
      </UserInfo>
      <UserInfo>
        <DisplayName>GUIGON Marc</DisplayName>
        <AccountId>90</AccountId>
        <AccountType/>
      </UserInfo>
      <UserInfo>
        <DisplayName>GEHENOT Sandra</DisplayName>
        <AccountId>89</AccountId>
        <AccountType/>
      </UserInfo>
      <UserInfo>
        <DisplayName>Fret</DisplayName>
        <AccountId>455</AccountId>
        <AccountType/>
      </UserInfo>
      <UserInfo>
        <DisplayName>Voyageurs</DisplayName>
        <AccountId>456</AccountId>
        <AccountType/>
      </UserInfo>
      <UserInfo>
        <DisplayName>Sustainability</DisplayName>
        <AccountId>457</AccountId>
        <AccountType/>
      </UserInfo>
      <UserInfo>
        <DisplayName>CHAVANEL Christian</DisplayName>
        <AccountId>289</AccountId>
        <AccountType/>
      </UserInfo>
      <UserInfo>
        <DisplayName>DE KEYZER Isabelle</DisplayName>
        <AccountId>32</AccountId>
        <AccountType/>
      </UserInfo>
      <UserInfo>
        <DisplayName>GAUTIER Clément</DisplayName>
        <AccountId>340</AccountId>
        <AccountType/>
      </UserInfo>
      <UserInfo>
        <DisplayName>DE COSSART Maguelonne</DisplayName>
        <AccountId>26</AccountId>
        <AccountType/>
      </UserInfo>
      <UserInfo>
        <DisplayName>VENET Alexandra</DisplayName>
        <AccountId>326</AccountId>
        <AccountType/>
      </UserInfo>
      <UserInfo>
        <DisplayName>GUTIERREZ FERRANDIZ Mercedes</DisplayName>
        <AccountId>465</AccountId>
        <AccountType/>
      </UserInfo>
      <UserInfo>
        <DisplayName>HENON Frédéric</DisplayName>
        <AccountId>369</AccountId>
        <AccountType/>
      </UserInfo>
      <UserInfo>
        <DisplayName>MANDOC Dan</DisplayName>
        <AccountId>294</AccountId>
        <AccountType/>
      </UserInfo>
      <UserInfo>
        <DisplayName>BENNOUNA Mouna</DisplayName>
        <AccountId>153</AccountId>
        <AccountType/>
      </UserInfo>
      <UserInfo>
        <DisplayName>FLETCHER Simon</DisplayName>
        <AccountId>96</AccountId>
        <AccountType/>
      </UserInfo>
      <UserInfo>
        <DisplayName>LORAND Philippe</DisplayName>
        <AccountId>133</AccountId>
        <AccountType/>
      </UserInfo>
      <UserInfo>
        <DisplayName>POLÁK Martin</DisplayName>
        <AccountId>464</AccountId>
        <AccountType/>
      </UserInfo>
      <UserInfo>
        <DisplayName>FILIPPINI Coralie</DisplayName>
        <AccountId>30</AccountId>
        <AccountType/>
      </UserInfo>
    </SharedWithUsers>
    <TaxCatchAll xmlns="7a8fd952-5e9b-4e14-9630-f5d670dce592" xsi:nil="true"/>
    <lcf76f155ced4ddcb4097134ff3c332f xmlns="3e43af98-a00c-4ff3-bcff-cf714e4b2bc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F9F3140480C44A0E0FCF3B84701E5" ma:contentTypeVersion="15" ma:contentTypeDescription="Crée un document." ma:contentTypeScope="" ma:versionID="487a77e90f988fc19776f61a0ffe4aab">
  <xsd:schema xmlns:xsd="http://www.w3.org/2001/XMLSchema" xmlns:xs="http://www.w3.org/2001/XMLSchema" xmlns:p="http://schemas.microsoft.com/office/2006/metadata/properties" xmlns:ns2="3e43af98-a00c-4ff3-bcff-cf714e4b2bc1" xmlns:ns3="7a8fd952-5e9b-4e14-9630-f5d670dce592" targetNamespace="http://schemas.microsoft.com/office/2006/metadata/properties" ma:root="true" ma:fieldsID="2734eb90a550bb533592bd2e4582f945" ns2:_="" ns3:_="">
    <xsd:import namespace="3e43af98-a00c-4ff3-bcff-cf714e4b2bc1"/>
    <xsd:import namespace="7a8fd952-5e9b-4e14-9630-f5d670dce5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43af98-a00c-4ff3-bcff-cf714e4b2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3bcc5347-11e2-416a-89c8-caa8d89843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8fd952-5e9b-4e14-9630-f5d670dce59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03733c4-46c9-4b44-8c7f-a951153fce09}" ma:internalName="TaxCatchAll" ma:showField="CatchAllData" ma:web="7a8fd952-5e9b-4e14-9630-f5d670dce5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198461-7138-48E1-B802-CE65A9E8A7A1}">
  <ds:schemaRefs>
    <ds:schemaRef ds:uri="http://purl.org/dc/elements/1.1/"/>
    <ds:schemaRef ds:uri="http://www.w3.org/XML/1998/namespace"/>
    <ds:schemaRef ds:uri="http://schemas.openxmlformats.org/package/2006/metadata/core-properties"/>
    <ds:schemaRef ds:uri="3b545c7c-6e52-4cc0-8364-5aa851e49b79"/>
    <ds:schemaRef ds:uri="http://purl.org/dc/dcmitype/"/>
    <ds:schemaRef ds:uri="http://schemas.microsoft.com/office/2006/documentManagement/types"/>
    <ds:schemaRef ds:uri="http://purl.org/dc/terms/"/>
    <ds:schemaRef ds:uri="http://schemas.microsoft.com/office/infopath/2007/PartnerControls"/>
    <ds:schemaRef ds:uri="bb4148d0-0e69-4604-9710-55d348bbd2de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60CC28C-D420-4B4D-9EBE-A33E236BC1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3EC9DE-8703-4B22-AD8E-DA7905C60D6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1171</Words>
  <Application>Microsoft Office PowerPoint</Application>
  <PresentationFormat>Personnalisé</PresentationFormat>
  <Paragraphs>198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30" baseType="lpstr">
      <vt:lpstr>Arial</vt:lpstr>
      <vt:lpstr>Arial Black</vt:lpstr>
      <vt:lpstr>Calibri</vt:lpstr>
      <vt:lpstr>Courier New</vt:lpstr>
      <vt:lpstr>Raleway</vt:lpstr>
      <vt:lpstr>Wingdings</vt:lpstr>
      <vt:lpstr>Wingdings 3</vt:lpstr>
      <vt:lpstr>Modèle 2024_UIC_Powerpoint_presentation_16x9</vt:lpstr>
      <vt:lpstr>Présentation PowerPoint</vt:lpstr>
      <vt:lpstr>Quelques bonnes pratiques        A few good practices</vt:lpstr>
      <vt:lpstr>Nouvelles diapositives New slides</vt:lpstr>
      <vt:lpstr>Compresser les images Compress images</vt:lpstr>
      <vt:lpstr>Banques d'images Image libraries</vt:lpstr>
      <vt:lpstr>Agenda</vt:lpstr>
      <vt:lpstr>Présentation PowerPoint</vt:lpstr>
      <vt:lpstr>Introduction &amp; Overview</vt:lpstr>
      <vt:lpstr>Objectives</vt:lpstr>
      <vt:lpstr>Team / speakers</vt:lpstr>
      <vt:lpstr>Présentation PowerPoint</vt:lpstr>
      <vt:lpstr>Roadmap / timeline</vt:lpstr>
      <vt:lpstr>Process / timeline</vt:lpstr>
      <vt:lpstr>Process / timeline</vt:lpstr>
      <vt:lpstr>SWOT Analysis</vt:lpstr>
      <vt:lpstr>World map</vt:lpstr>
      <vt:lpstr>SmartArt graphics</vt:lpstr>
      <vt:lpstr>Planning</vt:lpstr>
      <vt:lpstr>Some icons (1)</vt:lpstr>
      <vt:lpstr>Some icons (2)</vt:lpstr>
      <vt:lpstr>Logos des membres UIC  UIC member logos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Com</dc:creator>
  <cp:lastModifiedBy>FILIPPINI Coralie</cp:lastModifiedBy>
  <cp:revision>10</cp:revision>
  <cp:lastPrinted>2024-04-23T09:05:38Z</cp:lastPrinted>
  <dcterms:created xsi:type="dcterms:W3CDTF">2019-09-05T15:16:15Z</dcterms:created>
  <dcterms:modified xsi:type="dcterms:W3CDTF">2024-04-30T09:31:24Z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0x01010080DF9F3140480C44A0E0FCF3B84701E5</vt:lpwstr>
  </property>
</Properties>
</file>